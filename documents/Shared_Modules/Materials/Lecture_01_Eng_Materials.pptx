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60" r:id="rId1"/>
  </p:sldMasterIdLst>
  <p:notesMasterIdLst>
    <p:notesMasterId r:id="rId2"/>
  </p:notesMasterIdLst>
  <p:sldIdLst>
    <p:sldId id="265" r:id="rId3"/>
    <p:sldId id="266" r:id="rId4"/>
    <p:sldId id="267" r:id="rId5"/>
    <p:sldId id="268" r:id="rId6"/>
    <p:sldId id="269" r:id="rId7"/>
    <p:sldId id="270" r:id="rId8"/>
    <p:sldId id="271" r:id="rId9"/>
  </p:sldIdLst>
  <p:sldSz type="screen16x9" cy="6858000" cx="12192000"/>
  <p:notesSz cx="6858000" cy="9144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horzBarState="maximized">
    <p:restoredLeft sz="15000" autoAdjust="0"/>
    <p:restoredTop sz="94660"/>
  </p:normalViewPr>
  <p:slideViewPr>
    <p:cSldViewPr snapToGrid="0">
      <p:cViewPr>
        <p:scale>
          <a:sx n="66" d="100"/>
          <a:sy n="66" d="100"/>
        </p:scale>
        <p:origin x="816" y="150"/>
      </p:cViewPr>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tableStyles" Target="tableStyles.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39" name=""/>
        <p:cNvGrpSpPr/>
        <p:nvPr/>
      </p:nvGrpSpPr>
      <p:grpSpPr>
        <a:xfrm>
          <a:off x="0" y="0"/>
          <a:ext cx="0" cy="0"/>
          <a:chOff x="0" y="0"/>
          <a:chExt cx="0" cy="0"/>
        </a:xfrm>
      </p:grpSpPr>
      <p:sp>
        <p:nvSpPr>
          <p:cNvPr id="1048652"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653"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654"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655"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656"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657"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21" name=""/>
        <p:cNvGrpSpPr/>
        <p:nvPr/>
      </p:nvGrpSpPr>
      <p:grpSpPr>
        <a:xfrm>
          <a:off x="0" y="0"/>
          <a:ext cx="0" cy="0"/>
          <a:chOff x="0" y="0"/>
          <a:chExt cx="0" cy="0"/>
        </a:xfrm>
      </p:grpSpPr>
      <p:sp>
        <p:nvSpPr>
          <p:cNvPr id="1048581"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1048582" name="Subtitle 2"/>
          <p:cNvSpPr>
            <a:spLocks noGrp="1"/>
          </p:cNvSpPr>
          <p:nvPr>
            <p:ph type="subTitle" idx="1"/>
          </p:nvPr>
        </p:nvSpPr>
        <p:spPr>
          <a:xfrm>
            <a:off x="1524000" y="3602038"/>
            <a:ext cx="9144000" cy="1655762"/>
          </a:xfrm>
        </p:spPr>
        <p:txBody>
          <a:bodyPr/>
          <a:lstStyle>
            <a:lvl1pPr algn="ctr" indent="0" marL="0">
              <a:buNone/>
              <a:defRPr sz="2400"/>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en-US" smtClean="0"/>
              <a:t>Click to edit Master subtitle style</a:t>
            </a:r>
            <a:endParaRPr lang="en-US"/>
          </a:p>
        </p:txBody>
      </p:sp>
      <p:sp>
        <p:nvSpPr>
          <p:cNvPr id="1048583" name="Date Placeholder 3"/>
          <p:cNvSpPr>
            <a:spLocks noGrp="1"/>
          </p:cNvSpPr>
          <p:nvPr>
            <p:ph type="dt" sz="half" idx="10"/>
          </p:nvPr>
        </p:nvSpPr>
        <p:spPr/>
        <p:txBody>
          <a:bodyPr/>
          <a:p>
            <a:fld id="{F7193436-39DF-40E0-8622-6AD31EE48037}" type="datetimeFigureOut">
              <a:rPr lang="en-US" smtClean="0"/>
              <a:t>11/2/2023</a:t>
            </a:fld>
            <a:endParaRPr lang="en-US"/>
          </a:p>
        </p:txBody>
      </p:sp>
      <p:sp>
        <p:nvSpPr>
          <p:cNvPr id="1048584" name="Footer Placeholder 4"/>
          <p:cNvSpPr>
            <a:spLocks noGrp="1"/>
          </p:cNvSpPr>
          <p:nvPr>
            <p:ph type="ftr" sz="quarter" idx="11"/>
          </p:nvPr>
        </p:nvSpPr>
        <p:spPr/>
        <p:txBody>
          <a:bodyPr/>
          <a:p>
            <a:endParaRPr lang="en-US"/>
          </a:p>
        </p:txBody>
      </p:sp>
      <p:sp>
        <p:nvSpPr>
          <p:cNvPr id="1048585" name="Slide Number Placeholder 5"/>
          <p:cNvSpPr>
            <a:spLocks noGrp="1"/>
          </p:cNvSpPr>
          <p:nvPr>
            <p:ph type="sldNum" sz="quarter" idx="12"/>
          </p:nvPr>
        </p:nvSpPr>
        <p:spPr/>
        <p:txBody>
          <a:bodyPr/>
          <a:p>
            <a:fld id="{09E35984-E01D-4E62-9A2A-080C731B1BC4}"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23" name=""/>
        <p:cNvGrpSpPr/>
        <p:nvPr/>
      </p:nvGrpSpPr>
      <p:grpSpPr>
        <a:xfrm>
          <a:off x="0" y="0"/>
          <a:ext cx="0" cy="0"/>
          <a:chOff x="0" y="0"/>
          <a:chExt cx="0" cy="0"/>
        </a:xfrm>
      </p:grpSpPr>
      <p:sp>
        <p:nvSpPr>
          <p:cNvPr id="1048588" name="Title 1"/>
          <p:cNvSpPr>
            <a:spLocks noGrp="1"/>
          </p:cNvSpPr>
          <p:nvPr>
            <p:ph type="title"/>
          </p:nvPr>
        </p:nvSpPr>
        <p:spPr/>
        <p:txBody>
          <a:bodyPr/>
          <a:p>
            <a:r>
              <a:rPr lang="en-US" smtClean="0"/>
              <a:t>Click to edit Master title style</a:t>
            </a:r>
            <a:endParaRPr lang="en-US"/>
          </a:p>
        </p:txBody>
      </p:sp>
      <p:sp>
        <p:nvSpPr>
          <p:cNvPr id="1048589" name="Content Placeholder 2"/>
          <p:cNvSpPr>
            <a:spLocks noGrp="1"/>
          </p:cNvSpPr>
          <p:nvPr>
            <p:ph idx="1"/>
          </p:nvPr>
        </p:nvSpPr>
        <p:spPr/>
        <p:txBody>
          <a:bodyPr/>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590" name="Date Placeholder 3"/>
          <p:cNvSpPr>
            <a:spLocks noGrp="1"/>
          </p:cNvSpPr>
          <p:nvPr>
            <p:ph type="dt" sz="half" idx="10"/>
          </p:nvPr>
        </p:nvSpPr>
        <p:spPr/>
        <p:txBody>
          <a:bodyPr/>
          <a:p>
            <a:fld id="{F7193436-39DF-40E0-8622-6AD31EE48037}" type="datetimeFigureOut">
              <a:rPr lang="en-US" smtClean="0"/>
              <a:t>11/2/2023</a:t>
            </a:fld>
            <a:endParaRPr lang="en-US"/>
          </a:p>
        </p:txBody>
      </p:sp>
      <p:sp>
        <p:nvSpPr>
          <p:cNvPr id="1048591" name="Footer Placeholder 4"/>
          <p:cNvSpPr>
            <a:spLocks noGrp="1"/>
          </p:cNvSpPr>
          <p:nvPr>
            <p:ph type="ftr" sz="quarter" idx="11"/>
          </p:nvPr>
        </p:nvSpPr>
        <p:spPr/>
        <p:txBody>
          <a:bodyPr/>
          <a:p>
            <a:endParaRPr lang="en-US"/>
          </a:p>
        </p:txBody>
      </p:sp>
      <p:sp>
        <p:nvSpPr>
          <p:cNvPr id="1048592" name="Slide Number Placeholder 5"/>
          <p:cNvSpPr>
            <a:spLocks noGrp="1"/>
          </p:cNvSpPr>
          <p:nvPr>
            <p:ph type="sldNum" sz="quarter" idx="12"/>
          </p:nvPr>
        </p:nvSpPr>
        <p:spPr/>
        <p:txBody>
          <a:bodyPr/>
          <a:p>
            <a:fld id="{09E35984-E01D-4E62-9A2A-080C731B1BC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34" name=""/>
        <p:cNvGrpSpPr/>
        <p:nvPr/>
      </p:nvGrpSpPr>
      <p:grpSpPr>
        <a:xfrm>
          <a:off x="0" y="0"/>
          <a:ext cx="0" cy="0"/>
          <a:chOff x="0" y="0"/>
          <a:chExt cx="0" cy="0"/>
        </a:xfrm>
      </p:grpSpPr>
      <p:sp>
        <p:nvSpPr>
          <p:cNvPr id="1048624"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1048625" name="Text Placeholder 2"/>
          <p:cNvSpPr>
            <a:spLocks noGrp="1"/>
          </p:cNvSpPr>
          <p:nvPr>
            <p:ph type="body" idx="1"/>
          </p:nvPr>
        </p:nvSpPr>
        <p:spPr>
          <a:xfrm>
            <a:off x="831850" y="4589463"/>
            <a:ext cx="10515600" cy="1500187"/>
          </a:xfrm>
        </p:spPr>
        <p:txBody>
          <a:bodyPr/>
          <a:lstStyle>
            <a:lvl1pPr indent="0" marL="0">
              <a:buNone/>
              <a:defRPr sz="2400">
                <a:solidFill>
                  <a:schemeClr val="tx1">
                    <a:tint val="75000"/>
                  </a:schemeClr>
                </a:solidFill>
              </a:defRPr>
            </a:lvl1pPr>
            <a:lvl2pPr indent="0" marL="457200">
              <a:buNone/>
              <a:defRPr sz="2000">
                <a:solidFill>
                  <a:schemeClr val="tx1">
                    <a:tint val="75000"/>
                  </a:schemeClr>
                </a:solidFill>
              </a:defRPr>
            </a:lvl2pPr>
            <a:lvl3pPr indent="0" marL="914400">
              <a:buNone/>
              <a:defRPr sz="1800">
                <a:solidFill>
                  <a:schemeClr val="tx1">
                    <a:tint val="75000"/>
                  </a:schemeClr>
                </a:solidFill>
              </a:defRPr>
            </a:lvl3pPr>
            <a:lvl4pPr indent="0" marL="1371600">
              <a:buNone/>
              <a:defRPr sz="1600">
                <a:solidFill>
                  <a:schemeClr val="tx1">
                    <a:tint val="75000"/>
                  </a:schemeClr>
                </a:solidFill>
              </a:defRPr>
            </a:lvl4pPr>
            <a:lvl5pPr indent="0" marL="1828800">
              <a:buNone/>
              <a:defRPr sz="1600">
                <a:solidFill>
                  <a:schemeClr val="tx1">
                    <a:tint val="75000"/>
                  </a:schemeClr>
                </a:solidFill>
              </a:defRPr>
            </a:lvl5pPr>
            <a:lvl6pPr indent="0" marL="2286000">
              <a:buNone/>
              <a:defRPr sz="1600">
                <a:solidFill>
                  <a:schemeClr val="tx1">
                    <a:tint val="75000"/>
                  </a:schemeClr>
                </a:solidFill>
              </a:defRPr>
            </a:lvl6pPr>
            <a:lvl7pPr indent="0" marL="2743200">
              <a:buNone/>
              <a:defRPr sz="1600">
                <a:solidFill>
                  <a:schemeClr val="tx1">
                    <a:tint val="75000"/>
                  </a:schemeClr>
                </a:solidFill>
              </a:defRPr>
            </a:lvl7pPr>
            <a:lvl8pPr indent="0" marL="3200400">
              <a:buNone/>
              <a:defRPr sz="1600">
                <a:solidFill>
                  <a:schemeClr val="tx1">
                    <a:tint val="75000"/>
                  </a:schemeClr>
                </a:solidFill>
              </a:defRPr>
            </a:lvl8pPr>
            <a:lvl9pPr indent="0" marL="3657600">
              <a:buNone/>
              <a:defRPr sz="1600">
                <a:solidFill>
                  <a:schemeClr val="tx1">
                    <a:tint val="75000"/>
                  </a:schemeClr>
                </a:solidFill>
              </a:defRPr>
            </a:lvl9pPr>
          </a:lstStyle>
          <a:p>
            <a:pPr lvl="0"/>
            <a:r>
              <a:rPr lang="en-US" smtClean="0"/>
              <a:t>Edit Master text styles</a:t>
            </a:r>
          </a:p>
        </p:txBody>
      </p:sp>
      <p:sp>
        <p:nvSpPr>
          <p:cNvPr id="1048626" name="Date Placeholder 3"/>
          <p:cNvSpPr>
            <a:spLocks noGrp="1"/>
          </p:cNvSpPr>
          <p:nvPr>
            <p:ph type="dt" sz="half" idx="10"/>
          </p:nvPr>
        </p:nvSpPr>
        <p:spPr/>
        <p:txBody>
          <a:bodyPr/>
          <a:p>
            <a:fld id="{F7193436-39DF-40E0-8622-6AD31EE48037}" type="datetimeFigureOut">
              <a:rPr lang="en-US" smtClean="0"/>
              <a:t>11/2/2023</a:t>
            </a:fld>
            <a:endParaRPr lang="en-US"/>
          </a:p>
        </p:txBody>
      </p:sp>
      <p:sp>
        <p:nvSpPr>
          <p:cNvPr id="1048627" name="Footer Placeholder 4"/>
          <p:cNvSpPr>
            <a:spLocks noGrp="1"/>
          </p:cNvSpPr>
          <p:nvPr>
            <p:ph type="ftr" sz="quarter" idx="11"/>
          </p:nvPr>
        </p:nvSpPr>
        <p:spPr/>
        <p:txBody>
          <a:bodyPr/>
          <a:p>
            <a:endParaRPr lang="en-US"/>
          </a:p>
        </p:txBody>
      </p:sp>
      <p:sp>
        <p:nvSpPr>
          <p:cNvPr id="1048628" name="Slide Number Placeholder 5"/>
          <p:cNvSpPr>
            <a:spLocks noGrp="1"/>
          </p:cNvSpPr>
          <p:nvPr>
            <p:ph type="sldNum" sz="quarter" idx="12"/>
          </p:nvPr>
        </p:nvSpPr>
        <p:spPr/>
        <p:txBody>
          <a:bodyPr/>
          <a:p>
            <a:fld id="{09E35984-E01D-4E62-9A2A-080C731B1BC4}"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35" name=""/>
        <p:cNvGrpSpPr/>
        <p:nvPr/>
      </p:nvGrpSpPr>
      <p:grpSpPr>
        <a:xfrm>
          <a:off x="0" y="0"/>
          <a:ext cx="0" cy="0"/>
          <a:chOff x="0" y="0"/>
          <a:chExt cx="0" cy="0"/>
        </a:xfrm>
      </p:grpSpPr>
      <p:sp>
        <p:nvSpPr>
          <p:cNvPr id="1048629" name="Title 1"/>
          <p:cNvSpPr>
            <a:spLocks noGrp="1"/>
          </p:cNvSpPr>
          <p:nvPr>
            <p:ph type="title"/>
          </p:nvPr>
        </p:nvSpPr>
        <p:spPr/>
        <p:txBody>
          <a:bodyPr/>
          <a:p>
            <a:r>
              <a:rPr lang="en-US" smtClean="0"/>
              <a:t>Click to edit Master title style</a:t>
            </a:r>
            <a:endParaRPr lang="en-US"/>
          </a:p>
        </p:txBody>
      </p:sp>
      <p:sp>
        <p:nvSpPr>
          <p:cNvPr id="1048630" name="Content Placeholder 2"/>
          <p:cNvSpPr>
            <a:spLocks noGrp="1"/>
          </p:cNvSpPr>
          <p:nvPr>
            <p:ph sz="half" idx="1"/>
          </p:nvPr>
        </p:nvSpPr>
        <p:spPr>
          <a:xfrm>
            <a:off x="838200" y="1825625"/>
            <a:ext cx="5181600" cy="4351338"/>
          </a:xfrm>
        </p:spPr>
        <p:txBody>
          <a:bodyPr/>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31" name="Content Placeholder 3"/>
          <p:cNvSpPr>
            <a:spLocks noGrp="1"/>
          </p:cNvSpPr>
          <p:nvPr>
            <p:ph sz="half" idx="2"/>
          </p:nvPr>
        </p:nvSpPr>
        <p:spPr>
          <a:xfrm>
            <a:off x="6172200" y="1825625"/>
            <a:ext cx="5181600" cy="4351338"/>
          </a:xfrm>
        </p:spPr>
        <p:txBody>
          <a:bodyPr/>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32" name="Date Placeholder 4"/>
          <p:cNvSpPr>
            <a:spLocks noGrp="1"/>
          </p:cNvSpPr>
          <p:nvPr>
            <p:ph type="dt" sz="half" idx="10"/>
          </p:nvPr>
        </p:nvSpPr>
        <p:spPr/>
        <p:txBody>
          <a:bodyPr/>
          <a:p>
            <a:fld id="{F7193436-39DF-40E0-8622-6AD31EE48037}" type="datetimeFigureOut">
              <a:rPr lang="en-US" smtClean="0"/>
              <a:t>11/2/2023</a:t>
            </a:fld>
            <a:endParaRPr lang="en-US"/>
          </a:p>
        </p:txBody>
      </p:sp>
      <p:sp>
        <p:nvSpPr>
          <p:cNvPr id="1048633" name="Footer Placeholder 5"/>
          <p:cNvSpPr>
            <a:spLocks noGrp="1"/>
          </p:cNvSpPr>
          <p:nvPr>
            <p:ph type="ftr" sz="quarter" idx="11"/>
          </p:nvPr>
        </p:nvSpPr>
        <p:spPr/>
        <p:txBody>
          <a:bodyPr/>
          <a:p>
            <a:endParaRPr lang="en-US"/>
          </a:p>
        </p:txBody>
      </p:sp>
      <p:sp>
        <p:nvSpPr>
          <p:cNvPr id="1048634" name="Slide Number Placeholder 6"/>
          <p:cNvSpPr>
            <a:spLocks noGrp="1"/>
          </p:cNvSpPr>
          <p:nvPr>
            <p:ph type="sldNum" sz="quarter" idx="12"/>
          </p:nvPr>
        </p:nvSpPr>
        <p:spPr/>
        <p:txBody>
          <a:bodyPr/>
          <a:p>
            <a:fld id="{09E35984-E01D-4E62-9A2A-080C731B1BC4}"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36" name=""/>
        <p:cNvGrpSpPr/>
        <p:nvPr/>
      </p:nvGrpSpPr>
      <p:grpSpPr>
        <a:xfrm>
          <a:off x="0" y="0"/>
          <a:ext cx="0" cy="0"/>
          <a:chOff x="0" y="0"/>
          <a:chExt cx="0" cy="0"/>
        </a:xfrm>
      </p:grpSpPr>
      <p:sp>
        <p:nvSpPr>
          <p:cNvPr id="1048635" name="Title 1"/>
          <p:cNvSpPr>
            <a:spLocks noGrp="1"/>
          </p:cNvSpPr>
          <p:nvPr>
            <p:ph type="title"/>
          </p:nvPr>
        </p:nvSpPr>
        <p:spPr>
          <a:xfrm>
            <a:off x="839788" y="365125"/>
            <a:ext cx="10515600" cy="1325563"/>
          </a:xfrm>
        </p:spPr>
        <p:txBody>
          <a:bodyPr/>
          <a:p>
            <a:r>
              <a:rPr lang="en-US" smtClean="0"/>
              <a:t>Click to edit Master title style</a:t>
            </a:r>
            <a:endParaRPr lang="en-US"/>
          </a:p>
        </p:txBody>
      </p:sp>
      <p:sp>
        <p:nvSpPr>
          <p:cNvPr id="1048636" name="Text Placeholder 2"/>
          <p:cNvSpPr>
            <a:spLocks noGrp="1"/>
          </p:cNvSpPr>
          <p:nvPr>
            <p:ph type="body" idx="1"/>
          </p:nvPr>
        </p:nvSpPr>
        <p:spPr>
          <a:xfrm>
            <a:off x="839788" y="1681163"/>
            <a:ext cx="5157787"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Edit Master text styles</a:t>
            </a:r>
          </a:p>
        </p:txBody>
      </p:sp>
      <p:sp>
        <p:nvSpPr>
          <p:cNvPr id="1048637" name="Content Placeholder 3"/>
          <p:cNvSpPr>
            <a:spLocks noGrp="1"/>
          </p:cNvSpPr>
          <p:nvPr>
            <p:ph sz="half" idx="2"/>
          </p:nvPr>
        </p:nvSpPr>
        <p:spPr>
          <a:xfrm>
            <a:off x="839788" y="2505075"/>
            <a:ext cx="5157787" cy="3684588"/>
          </a:xfrm>
        </p:spPr>
        <p:txBody>
          <a:bodyPr/>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38" name="Text Placeholder 4"/>
          <p:cNvSpPr>
            <a:spLocks noGrp="1"/>
          </p:cNvSpPr>
          <p:nvPr>
            <p:ph type="body" sz="quarter" idx="3"/>
          </p:nvPr>
        </p:nvSpPr>
        <p:spPr>
          <a:xfrm>
            <a:off x="6172200" y="1681163"/>
            <a:ext cx="5183188"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Edit Master text styles</a:t>
            </a:r>
          </a:p>
        </p:txBody>
      </p:sp>
      <p:sp>
        <p:nvSpPr>
          <p:cNvPr id="1048639" name="Content Placeholder 5"/>
          <p:cNvSpPr>
            <a:spLocks noGrp="1"/>
          </p:cNvSpPr>
          <p:nvPr>
            <p:ph sz="quarter" idx="4"/>
          </p:nvPr>
        </p:nvSpPr>
        <p:spPr>
          <a:xfrm>
            <a:off x="6172200" y="2505075"/>
            <a:ext cx="5183188" cy="3684588"/>
          </a:xfrm>
        </p:spPr>
        <p:txBody>
          <a:bodyPr/>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40" name="Date Placeholder 6"/>
          <p:cNvSpPr>
            <a:spLocks noGrp="1"/>
          </p:cNvSpPr>
          <p:nvPr>
            <p:ph type="dt" sz="half" idx="10"/>
          </p:nvPr>
        </p:nvSpPr>
        <p:spPr/>
        <p:txBody>
          <a:bodyPr/>
          <a:p>
            <a:fld id="{F7193436-39DF-40E0-8622-6AD31EE48037}" type="datetimeFigureOut">
              <a:rPr lang="en-US" smtClean="0"/>
              <a:t>11/2/2023</a:t>
            </a:fld>
            <a:endParaRPr lang="en-US"/>
          </a:p>
        </p:txBody>
      </p:sp>
      <p:sp>
        <p:nvSpPr>
          <p:cNvPr id="1048641" name="Footer Placeholder 7"/>
          <p:cNvSpPr>
            <a:spLocks noGrp="1"/>
          </p:cNvSpPr>
          <p:nvPr>
            <p:ph type="ftr" sz="quarter" idx="11"/>
          </p:nvPr>
        </p:nvSpPr>
        <p:spPr/>
        <p:txBody>
          <a:bodyPr/>
          <a:p>
            <a:endParaRPr lang="en-US"/>
          </a:p>
        </p:txBody>
      </p:sp>
      <p:sp>
        <p:nvSpPr>
          <p:cNvPr id="1048642" name="Slide Number Placeholder 8"/>
          <p:cNvSpPr>
            <a:spLocks noGrp="1"/>
          </p:cNvSpPr>
          <p:nvPr>
            <p:ph type="sldNum" sz="quarter" idx="12"/>
          </p:nvPr>
        </p:nvSpPr>
        <p:spPr/>
        <p:txBody>
          <a:bodyPr/>
          <a:p>
            <a:fld id="{09E35984-E01D-4E62-9A2A-080C731B1BC4}"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30" name=""/>
        <p:cNvGrpSpPr/>
        <p:nvPr/>
      </p:nvGrpSpPr>
      <p:grpSpPr>
        <a:xfrm>
          <a:off x="0" y="0"/>
          <a:ext cx="0" cy="0"/>
          <a:chOff x="0" y="0"/>
          <a:chExt cx="0" cy="0"/>
        </a:xfrm>
      </p:grpSpPr>
      <p:sp>
        <p:nvSpPr>
          <p:cNvPr id="1048604" name="Title 1"/>
          <p:cNvSpPr>
            <a:spLocks noGrp="1"/>
          </p:cNvSpPr>
          <p:nvPr>
            <p:ph type="title"/>
          </p:nvPr>
        </p:nvSpPr>
        <p:spPr/>
        <p:txBody>
          <a:bodyPr/>
          <a:p>
            <a:r>
              <a:rPr lang="en-US" smtClean="0"/>
              <a:t>Click to edit Master title style</a:t>
            </a:r>
            <a:endParaRPr lang="en-US"/>
          </a:p>
        </p:txBody>
      </p:sp>
      <p:sp>
        <p:nvSpPr>
          <p:cNvPr id="1048605" name="Date Placeholder 2"/>
          <p:cNvSpPr>
            <a:spLocks noGrp="1"/>
          </p:cNvSpPr>
          <p:nvPr>
            <p:ph type="dt" sz="half" idx="10"/>
          </p:nvPr>
        </p:nvSpPr>
        <p:spPr/>
        <p:txBody>
          <a:bodyPr/>
          <a:p>
            <a:fld id="{F7193436-39DF-40E0-8622-6AD31EE48037}" type="datetimeFigureOut">
              <a:rPr lang="en-US" smtClean="0"/>
              <a:t>11/2/2023</a:t>
            </a:fld>
            <a:endParaRPr lang="en-US"/>
          </a:p>
        </p:txBody>
      </p:sp>
      <p:sp>
        <p:nvSpPr>
          <p:cNvPr id="1048606" name="Footer Placeholder 3"/>
          <p:cNvSpPr>
            <a:spLocks noGrp="1"/>
          </p:cNvSpPr>
          <p:nvPr>
            <p:ph type="ftr" sz="quarter" idx="11"/>
          </p:nvPr>
        </p:nvSpPr>
        <p:spPr/>
        <p:txBody>
          <a:bodyPr/>
          <a:p>
            <a:endParaRPr lang="en-US"/>
          </a:p>
        </p:txBody>
      </p:sp>
      <p:sp>
        <p:nvSpPr>
          <p:cNvPr id="1048607" name="Slide Number Placeholder 4"/>
          <p:cNvSpPr>
            <a:spLocks noGrp="1"/>
          </p:cNvSpPr>
          <p:nvPr>
            <p:ph type="sldNum" sz="quarter" idx="12"/>
          </p:nvPr>
        </p:nvSpPr>
        <p:spPr/>
        <p:txBody>
          <a:bodyPr/>
          <a:p>
            <a:fld id="{09E35984-E01D-4E62-9A2A-080C731B1BC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37" name=""/>
        <p:cNvGrpSpPr/>
        <p:nvPr/>
      </p:nvGrpSpPr>
      <p:grpSpPr>
        <a:xfrm>
          <a:off x="0" y="0"/>
          <a:ext cx="0" cy="0"/>
          <a:chOff x="0" y="0"/>
          <a:chExt cx="0" cy="0"/>
        </a:xfrm>
      </p:grpSpPr>
      <p:sp>
        <p:nvSpPr>
          <p:cNvPr id="1048643" name="Date Placeholder 1"/>
          <p:cNvSpPr>
            <a:spLocks noGrp="1"/>
          </p:cNvSpPr>
          <p:nvPr>
            <p:ph type="dt" sz="half" idx="10"/>
          </p:nvPr>
        </p:nvSpPr>
        <p:spPr/>
        <p:txBody>
          <a:bodyPr/>
          <a:p>
            <a:fld id="{F7193436-39DF-40E0-8622-6AD31EE48037}" type="datetimeFigureOut">
              <a:rPr lang="en-US" smtClean="0"/>
              <a:t>11/2/2023</a:t>
            </a:fld>
            <a:endParaRPr lang="en-US"/>
          </a:p>
        </p:txBody>
      </p:sp>
      <p:sp>
        <p:nvSpPr>
          <p:cNvPr id="1048644" name="Footer Placeholder 2"/>
          <p:cNvSpPr>
            <a:spLocks noGrp="1"/>
          </p:cNvSpPr>
          <p:nvPr>
            <p:ph type="ftr" sz="quarter" idx="11"/>
          </p:nvPr>
        </p:nvSpPr>
        <p:spPr/>
        <p:txBody>
          <a:bodyPr/>
          <a:p>
            <a:endParaRPr lang="en-US"/>
          </a:p>
        </p:txBody>
      </p:sp>
      <p:sp>
        <p:nvSpPr>
          <p:cNvPr id="1048645" name="Slide Number Placeholder 3"/>
          <p:cNvSpPr>
            <a:spLocks noGrp="1"/>
          </p:cNvSpPr>
          <p:nvPr>
            <p:ph type="sldNum" sz="quarter" idx="12"/>
          </p:nvPr>
        </p:nvSpPr>
        <p:spPr/>
        <p:txBody>
          <a:bodyPr/>
          <a:p>
            <a:fld id="{09E35984-E01D-4E62-9A2A-080C731B1BC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38" name=""/>
        <p:cNvGrpSpPr/>
        <p:nvPr/>
      </p:nvGrpSpPr>
      <p:grpSpPr>
        <a:xfrm>
          <a:off x="0" y="0"/>
          <a:ext cx="0" cy="0"/>
          <a:chOff x="0" y="0"/>
          <a:chExt cx="0" cy="0"/>
        </a:xfrm>
      </p:grpSpPr>
      <p:sp>
        <p:nvSpPr>
          <p:cNvPr id="1048646"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1048647"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48" name="Text Placeholder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smtClean="0"/>
              <a:t>Edit Master text styles</a:t>
            </a:r>
          </a:p>
        </p:txBody>
      </p:sp>
      <p:sp>
        <p:nvSpPr>
          <p:cNvPr id="1048649" name="Date Placeholder 4"/>
          <p:cNvSpPr>
            <a:spLocks noGrp="1"/>
          </p:cNvSpPr>
          <p:nvPr>
            <p:ph type="dt" sz="half" idx="10"/>
          </p:nvPr>
        </p:nvSpPr>
        <p:spPr/>
        <p:txBody>
          <a:bodyPr/>
          <a:p>
            <a:fld id="{F7193436-39DF-40E0-8622-6AD31EE48037}" type="datetimeFigureOut">
              <a:rPr lang="en-US" smtClean="0"/>
              <a:t>11/2/2023</a:t>
            </a:fld>
            <a:endParaRPr lang="en-US"/>
          </a:p>
        </p:txBody>
      </p:sp>
      <p:sp>
        <p:nvSpPr>
          <p:cNvPr id="1048650" name="Footer Placeholder 5"/>
          <p:cNvSpPr>
            <a:spLocks noGrp="1"/>
          </p:cNvSpPr>
          <p:nvPr>
            <p:ph type="ftr" sz="quarter" idx="11"/>
          </p:nvPr>
        </p:nvSpPr>
        <p:spPr/>
        <p:txBody>
          <a:bodyPr/>
          <a:p>
            <a:endParaRPr lang="en-US"/>
          </a:p>
        </p:txBody>
      </p:sp>
      <p:sp>
        <p:nvSpPr>
          <p:cNvPr id="1048651" name="Slide Number Placeholder 6"/>
          <p:cNvSpPr>
            <a:spLocks noGrp="1"/>
          </p:cNvSpPr>
          <p:nvPr>
            <p:ph type="sldNum" sz="quarter" idx="12"/>
          </p:nvPr>
        </p:nvSpPr>
        <p:spPr/>
        <p:txBody>
          <a:bodyPr/>
          <a:p>
            <a:fld id="{09E35984-E01D-4E62-9A2A-080C731B1BC4}"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32" name=""/>
        <p:cNvGrpSpPr/>
        <p:nvPr/>
      </p:nvGrpSpPr>
      <p:grpSpPr>
        <a:xfrm>
          <a:off x="0" y="0"/>
          <a:ext cx="0" cy="0"/>
          <a:chOff x="0" y="0"/>
          <a:chExt cx="0" cy="0"/>
        </a:xfrm>
      </p:grpSpPr>
      <p:sp>
        <p:nvSpPr>
          <p:cNvPr id="1048613"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1048614" name="Picture Placeholder 2"/>
          <p:cNvSpPr>
            <a:spLocks noGrp="1"/>
          </p:cNvSpPr>
          <p:nvPr>
            <p:ph type="pic" idx="1"/>
          </p:nvPr>
        </p:nvSpPr>
        <p:spPr>
          <a:xfrm>
            <a:off x="5183188" y="987425"/>
            <a:ext cx="6172200" cy="4873625"/>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en-US"/>
          </a:p>
        </p:txBody>
      </p:sp>
      <p:sp>
        <p:nvSpPr>
          <p:cNvPr id="1048615" name="Text Placeholder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smtClean="0"/>
              <a:t>Edit Master text styles</a:t>
            </a:r>
          </a:p>
        </p:txBody>
      </p:sp>
      <p:sp>
        <p:nvSpPr>
          <p:cNvPr id="1048616" name="Date Placeholder 4"/>
          <p:cNvSpPr>
            <a:spLocks noGrp="1"/>
          </p:cNvSpPr>
          <p:nvPr>
            <p:ph type="dt" sz="half" idx="10"/>
          </p:nvPr>
        </p:nvSpPr>
        <p:spPr/>
        <p:txBody>
          <a:bodyPr/>
          <a:p>
            <a:fld id="{F7193436-39DF-40E0-8622-6AD31EE48037}" type="datetimeFigureOut">
              <a:rPr lang="en-US" smtClean="0"/>
              <a:t>11/2/2023</a:t>
            </a:fld>
            <a:endParaRPr lang="en-US"/>
          </a:p>
        </p:txBody>
      </p:sp>
      <p:sp>
        <p:nvSpPr>
          <p:cNvPr id="1048617" name="Footer Placeholder 5"/>
          <p:cNvSpPr>
            <a:spLocks noGrp="1"/>
          </p:cNvSpPr>
          <p:nvPr>
            <p:ph type="ftr" sz="quarter" idx="11"/>
          </p:nvPr>
        </p:nvSpPr>
        <p:spPr/>
        <p:txBody>
          <a:bodyPr/>
          <a:p>
            <a:endParaRPr lang="en-US"/>
          </a:p>
        </p:txBody>
      </p:sp>
      <p:sp>
        <p:nvSpPr>
          <p:cNvPr id="1048618" name="Slide Number Placeholder 6"/>
          <p:cNvSpPr>
            <a:spLocks noGrp="1"/>
          </p:cNvSpPr>
          <p:nvPr>
            <p:ph type="sldNum" sz="quarter" idx="12"/>
          </p:nvPr>
        </p:nvSpPr>
        <p:spPr/>
        <p:txBody>
          <a:bodyPr/>
          <a:p>
            <a:fld id="{09E35984-E01D-4E62-9A2A-080C731B1BC4}"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33" name=""/>
        <p:cNvGrpSpPr/>
        <p:nvPr/>
      </p:nvGrpSpPr>
      <p:grpSpPr>
        <a:xfrm>
          <a:off x="0" y="0"/>
          <a:ext cx="0" cy="0"/>
          <a:chOff x="0" y="0"/>
          <a:chExt cx="0" cy="0"/>
        </a:xfrm>
      </p:grpSpPr>
      <p:sp>
        <p:nvSpPr>
          <p:cNvPr id="1048619" name="Title 1"/>
          <p:cNvSpPr>
            <a:spLocks noGrp="1"/>
          </p:cNvSpPr>
          <p:nvPr>
            <p:ph type="title"/>
          </p:nvPr>
        </p:nvSpPr>
        <p:spPr/>
        <p:txBody>
          <a:bodyPr/>
          <a:p>
            <a:r>
              <a:rPr lang="en-US" smtClean="0"/>
              <a:t>Click to edit Master title style</a:t>
            </a:r>
            <a:endParaRPr lang="en-US"/>
          </a:p>
        </p:txBody>
      </p:sp>
      <p:sp>
        <p:nvSpPr>
          <p:cNvPr id="1048620" name="Vertical Text Placeholder 2"/>
          <p:cNvSpPr>
            <a:spLocks noGrp="1"/>
          </p:cNvSpPr>
          <p:nvPr>
            <p:ph type="body" orient="vert" idx="1"/>
          </p:nvPr>
        </p:nvSpPr>
        <p:spPr/>
        <p:txBody>
          <a:bodyPr vert="eaVert"/>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21" name="Date Placeholder 3"/>
          <p:cNvSpPr>
            <a:spLocks noGrp="1"/>
          </p:cNvSpPr>
          <p:nvPr>
            <p:ph type="dt" sz="half" idx="10"/>
          </p:nvPr>
        </p:nvSpPr>
        <p:spPr/>
        <p:txBody>
          <a:bodyPr/>
          <a:p>
            <a:fld id="{F7193436-39DF-40E0-8622-6AD31EE48037}" type="datetimeFigureOut">
              <a:rPr lang="en-US" smtClean="0"/>
              <a:t>11/2/2023</a:t>
            </a:fld>
            <a:endParaRPr lang="en-US"/>
          </a:p>
        </p:txBody>
      </p:sp>
      <p:sp>
        <p:nvSpPr>
          <p:cNvPr id="1048622" name="Footer Placeholder 4"/>
          <p:cNvSpPr>
            <a:spLocks noGrp="1"/>
          </p:cNvSpPr>
          <p:nvPr>
            <p:ph type="ftr" sz="quarter" idx="11"/>
          </p:nvPr>
        </p:nvSpPr>
        <p:spPr/>
        <p:txBody>
          <a:bodyPr/>
          <a:p>
            <a:endParaRPr lang="en-US"/>
          </a:p>
        </p:txBody>
      </p:sp>
      <p:sp>
        <p:nvSpPr>
          <p:cNvPr id="1048623" name="Slide Number Placeholder 5"/>
          <p:cNvSpPr>
            <a:spLocks noGrp="1"/>
          </p:cNvSpPr>
          <p:nvPr>
            <p:ph type="sldNum" sz="quarter" idx="12"/>
          </p:nvPr>
        </p:nvSpPr>
        <p:spPr/>
        <p:txBody>
          <a:bodyPr/>
          <a:p>
            <a:fld id="{09E35984-E01D-4E62-9A2A-080C731B1BC4}"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31" name=""/>
        <p:cNvGrpSpPr/>
        <p:nvPr/>
      </p:nvGrpSpPr>
      <p:grpSpPr>
        <a:xfrm>
          <a:off x="0" y="0"/>
          <a:ext cx="0" cy="0"/>
          <a:chOff x="0" y="0"/>
          <a:chExt cx="0" cy="0"/>
        </a:xfrm>
      </p:grpSpPr>
      <p:sp>
        <p:nvSpPr>
          <p:cNvPr id="1048608" name="Vertical Title 1"/>
          <p:cNvSpPr>
            <a:spLocks noGrp="1"/>
          </p:cNvSpPr>
          <p:nvPr>
            <p:ph type="title" orient="vert"/>
          </p:nvPr>
        </p:nvSpPr>
        <p:spPr>
          <a:xfrm>
            <a:off x="8724900" y="365125"/>
            <a:ext cx="2628900" cy="5811838"/>
          </a:xfrm>
        </p:spPr>
        <p:txBody>
          <a:bodyPr vert="eaVert"/>
          <a:p>
            <a:r>
              <a:rPr lang="en-US" smtClean="0"/>
              <a:t>Click to edit Master title style</a:t>
            </a:r>
            <a:endParaRPr lang="en-US"/>
          </a:p>
        </p:txBody>
      </p:sp>
      <p:sp>
        <p:nvSpPr>
          <p:cNvPr id="1048609" name="Vertical Text Placeholder 2"/>
          <p:cNvSpPr>
            <a:spLocks noGrp="1"/>
          </p:cNvSpPr>
          <p:nvPr>
            <p:ph type="body" orient="vert" idx="1"/>
          </p:nvPr>
        </p:nvSpPr>
        <p:spPr>
          <a:xfrm>
            <a:off x="838200" y="365125"/>
            <a:ext cx="7734300" cy="5811838"/>
          </a:xfrm>
        </p:spPr>
        <p:txBody>
          <a:bodyPr vert="eaVert"/>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10" name="Date Placeholder 3"/>
          <p:cNvSpPr>
            <a:spLocks noGrp="1"/>
          </p:cNvSpPr>
          <p:nvPr>
            <p:ph type="dt" sz="half" idx="10"/>
          </p:nvPr>
        </p:nvSpPr>
        <p:spPr/>
        <p:txBody>
          <a:bodyPr/>
          <a:p>
            <a:fld id="{F7193436-39DF-40E0-8622-6AD31EE48037}" type="datetimeFigureOut">
              <a:rPr lang="en-US" smtClean="0"/>
              <a:t>11/2/2023</a:t>
            </a:fld>
            <a:endParaRPr lang="en-US"/>
          </a:p>
        </p:txBody>
      </p:sp>
      <p:sp>
        <p:nvSpPr>
          <p:cNvPr id="1048611" name="Footer Placeholder 4"/>
          <p:cNvSpPr>
            <a:spLocks noGrp="1"/>
          </p:cNvSpPr>
          <p:nvPr>
            <p:ph type="ftr" sz="quarter" idx="11"/>
          </p:nvPr>
        </p:nvSpPr>
        <p:spPr/>
        <p:txBody>
          <a:bodyPr/>
          <a:p>
            <a:endParaRPr lang="en-US"/>
          </a:p>
        </p:txBody>
      </p:sp>
      <p:sp>
        <p:nvSpPr>
          <p:cNvPr id="1048612" name="Slide Number Placeholder 5"/>
          <p:cNvSpPr>
            <a:spLocks noGrp="1"/>
          </p:cNvSpPr>
          <p:nvPr>
            <p:ph type="sldNum" sz="quarter" idx="12"/>
          </p:nvPr>
        </p:nvSpPr>
        <p:spPr/>
        <p:txBody>
          <a:bodyPr/>
          <a:p>
            <a:fld id="{09E35984-E01D-4E62-9A2A-080C731B1BC4}"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9"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p:spPr>
        <p:txBody>
          <a:bodyPr anchor="ctr" bIns="45720" lIns="91440" rIns="91440" rtlCol="0" tIns="45720" vert="horz">
            <a:normAutofit/>
          </a:bodyPr>
          <a:p>
            <a:r>
              <a:rPr lang="en-US" smtClean="0"/>
              <a:t>Click to edit Master title style</a:t>
            </a:r>
            <a:endParaRPr lang="en-US"/>
          </a:p>
        </p:txBody>
      </p:sp>
      <p:sp>
        <p:nvSpPr>
          <p:cNvPr id="1048577" name="Text Placeholder 2"/>
          <p:cNvSpPr>
            <a:spLocks noGrp="1"/>
          </p:cNvSpPr>
          <p:nvPr>
            <p:ph type="body" idx="1"/>
          </p:nvPr>
        </p:nvSpPr>
        <p:spPr>
          <a:xfrm>
            <a:off x="838200" y="1825625"/>
            <a:ext cx="10515600" cy="4351338"/>
          </a:xfrm>
          <a:prstGeom prst="rect"/>
        </p:spPr>
        <p:txBody>
          <a:bodyPr bIns="45720" lIns="91440" rIns="91440" rtlCol="0" tIns="45720" vert="horz">
            <a:normAutofit/>
          </a:bodyPr>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578" name="Date Placeholder 3"/>
          <p:cNvSpPr>
            <a:spLocks noGrp="1"/>
          </p:cNvSpPr>
          <p:nvPr>
            <p:ph type="dt" sz="half" idx="2"/>
          </p:nvPr>
        </p:nvSpPr>
        <p:spPr>
          <a:xfrm>
            <a:off x="838200" y="6356350"/>
            <a:ext cx="2743200" cy="365125"/>
          </a:xfrm>
          <a:prstGeom prst="rect"/>
        </p:spPr>
        <p:txBody>
          <a:bodyPr anchor="ctr" bIns="45720" lIns="91440" rIns="91440" rtlCol="0" tIns="45720" vert="horz"/>
          <a:lstStyle>
            <a:lvl1pPr algn="l">
              <a:defRPr sz="1200">
                <a:solidFill>
                  <a:schemeClr val="tx1">
                    <a:tint val="75000"/>
                  </a:schemeClr>
                </a:solidFill>
              </a:defRPr>
            </a:lvl1pPr>
          </a:lstStyle>
          <a:p>
            <a:fld id="{F7193436-39DF-40E0-8622-6AD31EE48037}" type="datetimeFigureOut">
              <a:rPr lang="en-US" smtClean="0"/>
              <a:t>11/2/2023</a:t>
            </a:fld>
            <a:endParaRPr lang="en-US"/>
          </a:p>
        </p:txBody>
      </p:sp>
      <p:sp>
        <p:nvSpPr>
          <p:cNvPr id="1048579" name="Footer Placeholder 4"/>
          <p:cNvSpPr>
            <a:spLocks noGrp="1"/>
          </p:cNvSpPr>
          <p:nvPr>
            <p:ph type="ftr" sz="quarter" idx="3"/>
          </p:nvPr>
        </p:nvSpPr>
        <p:spPr>
          <a:xfrm>
            <a:off x="4038600" y="6356350"/>
            <a:ext cx="4114800" cy="365125"/>
          </a:xfrm>
          <a:prstGeom prst="rect"/>
        </p:spPr>
        <p:txBody>
          <a:bodyPr anchor="ctr" bIns="45720" lIns="91440" rIns="91440" rtlCol="0" tIns="45720" vert="horz"/>
          <a:lstStyle>
            <a:lvl1pPr algn="ctr">
              <a:defRPr sz="12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8610600" y="6356350"/>
            <a:ext cx="2743200" cy="365125"/>
          </a:xfrm>
          <a:prstGeom prst="rect"/>
        </p:spPr>
        <p:txBody>
          <a:bodyPr anchor="ctr" bIns="45720" lIns="91440" rIns="91440" rtlCol="0" tIns="45720" vert="horz"/>
          <a:lstStyle>
            <a:lvl1pPr algn="r">
              <a:defRPr sz="1200">
                <a:solidFill>
                  <a:schemeClr val="tx1">
                    <a:tint val="75000"/>
                  </a:schemeClr>
                </a:solidFill>
              </a:defRPr>
            </a:lvl1pPr>
          </a:lstStyle>
          <a:p>
            <a:fld id="{09E35984-E01D-4E62-9A2A-080C731B1BC4}" type="slidenum">
              <a:rPr lang="en-US" smtClean="0"/>
              <a:t>‹#›</a:t>
            </a:fld>
            <a:endParaRPr lang="en-US"/>
          </a:p>
        </p:txBody>
      </p:sp>
    </p:spTree>
  </p:cSld>
  <p:clrMap accent1="accent1" accent2="accent2" accent3="accent3" accent4="accent4" accent5="accent5" accent6="accent6" bg1="lt1" bg2="lt2" tx1="dk1" tx2="dk2"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eaLnBrk="1" hangingPunct="1" latinLnBrk="0" rtl="0">
        <a:lnSpc>
          <a:spcPct val="90000"/>
        </a:lnSpc>
        <a:spcBef>
          <a:spcPct val="0"/>
        </a:spcBef>
        <a:buNone/>
        <a:defRPr sz="4400" kern="12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2" name=""/>
        <p:cNvGrpSpPr/>
        <p:nvPr/>
      </p:nvGrpSpPr>
      <p:grpSpPr>
        <a:xfrm>
          <a:off x="0" y="0"/>
          <a:ext cx="0" cy="0"/>
          <a:chOff x="0" y="0"/>
          <a:chExt cx="0" cy="0"/>
        </a:xfrm>
      </p:grpSpPr>
      <p:sp>
        <p:nvSpPr>
          <p:cNvPr id="1048586" name="Title 1"/>
          <p:cNvSpPr>
            <a:spLocks noGrp="1"/>
          </p:cNvSpPr>
          <p:nvPr>
            <p:ph type="ctrTitle"/>
          </p:nvPr>
        </p:nvSpPr>
        <p:spPr/>
        <p:txBody>
          <a:bodyPr/>
          <a:p>
            <a:r>
              <a:rPr dirty="0" lang="en-US" smtClean="0"/>
              <a:t>ME </a:t>
            </a:r>
            <a:r>
              <a:rPr altLang="en" dirty="0" lang="en-US" smtClean="0"/>
              <a:t>6202</a:t>
            </a:r>
            <a:r>
              <a:rPr altLang="en" dirty="0" lang="en-US" smtClean="0"/>
              <a:t> </a:t>
            </a:r>
            <a:r>
              <a:rPr dirty="0" lang="en-US" smtClean="0"/>
              <a:t>STRENGTH OF MATERALS</a:t>
            </a:r>
            <a:endParaRPr dirty="0" lang="en-US"/>
          </a:p>
        </p:txBody>
      </p:sp>
      <p:sp>
        <p:nvSpPr>
          <p:cNvPr id="1048587" name="Subtitle 2"/>
          <p:cNvSpPr>
            <a:spLocks noGrp="1"/>
          </p:cNvSpPr>
          <p:nvPr>
            <p:ph type="subTitle" idx="1"/>
          </p:nvPr>
        </p:nvSpPr>
        <p:spPr/>
        <p:txBody>
          <a:bodyPr/>
          <a:p>
            <a:endParaRPr dirty="0" lang="en-US" smtClean="0"/>
          </a:p>
          <a:p>
            <a:r>
              <a:rPr dirty="0" sz="4400" lang="en-US" smtClean="0"/>
              <a:t>STRESS AND STAIN</a:t>
            </a:r>
            <a:endParaRPr dirty="0" sz="4400"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1048593" name="Title 1"/>
          <p:cNvSpPr>
            <a:spLocks noGrp="1"/>
          </p:cNvSpPr>
          <p:nvPr>
            <p:ph type="title"/>
          </p:nvPr>
        </p:nvSpPr>
        <p:spPr/>
        <p:txBody>
          <a:bodyPr/>
          <a:p>
            <a:r>
              <a:rPr dirty="0" lang="en-US" smtClean="0"/>
              <a:t>Introduction</a:t>
            </a:r>
            <a:endParaRPr dirty="0" lang="en-US"/>
          </a:p>
        </p:txBody>
      </p:sp>
      <p:sp>
        <p:nvSpPr>
          <p:cNvPr id="1048594" name="Content Placeholder 2"/>
          <p:cNvSpPr>
            <a:spLocks noGrp="1"/>
          </p:cNvSpPr>
          <p:nvPr>
            <p:ph idx="1"/>
          </p:nvPr>
        </p:nvSpPr>
        <p:spPr>
          <a:xfrm>
            <a:off x="838200" y="1446663"/>
            <a:ext cx="10707806" cy="5036024"/>
          </a:xfrm>
        </p:spPr>
        <p:txBody>
          <a:bodyPr>
            <a:normAutofit/>
          </a:bodyPr>
          <a:p>
            <a:pPr algn="just" indent="0" marL="0">
              <a:buNone/>
            </a:pPr>
            <a:r>
              <a:rPr dirty="0" lang="en-US" smtClean="0"/>
              <a:t>Strength of Materials</a:t>
            </a:r>
          </a:p>
          <a:p>
            <a:pPr algn="just" indent="0" marL="0">
              <a:buNone/>
            </a:pPr>
            <a:r>
              <a:rPr dirty="0" lang="en-US" smtClean="0"/>
              <a:t>Strength of the materials refers to the ability of a material to resist the externally applied forces without breaking or yielding</a:t>
            </a:r>
          </a:p>
          <a:p>
            <a:pPr algn="just" indent="0" marL="0">
              <a:buNone/>
            </a:pPr>
            <a:r>
              <a:rPr dirty="0" lang="en-US" smtClean="0"/>
              <a:t>There is a great relationship when describing strength of materials and its stress and strain</a:t>
            </a:r>
          </a:p>
          <a:p>
            <a:pPr algn="just" indent="0" marL="0">
              <a:buNone/>
            </a:pPr>
            <a:r>
              <a:rPr dirty="0" lang="en-US" smtClean="0"/>
              <a:t>Figure 1 shows the stress and strain relationship. Stress and strain</a:t>
            </a:r>
          </a:p>
          <a:p>
            <a:pPr algn="just" indent="0" marL="0">
              <a:buNone/>
            </a:pPr>
            <a:r>
              <a:rPr dirty="0" lang="en-US" smtClean="0"/>
              <a:t>curve of the material obtained during tensile test describe its ductility and yield strength .</a:t>
            </a:r>
          </a:p>
          <a:p>
            <a:pPr algn="just" indent="0" marL="0">
              <a:buNone/>
            </a:pPr>
            <a:r>
              <a:rPr dirty="0" lang="en-US" smtClean="0"/>
              <a:t>According to figure 1, up to the elastic limit, the elasticity of material, that means the material would return to its original dimension, would be maintained, over it the plasticity would follow</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25" name=""/>
        <p:cNvGrpSpPr/>
        <p:nvPr/>
      </p:nvGrpSpPr>
      <p:grpSpPr>
        <a:xfrm>
          <a:off x="0" y="0"/>
          <a:ext cx="0" cy="0"/>
          <a:chOff x="0" y="0"/>
          <a:chExt cx="0" cy="0"/>
        </a:xfrm>
      </p:grpSpPr>
      <p:sp>
        <p:nvSpPr>
          <p:cNvPr id="1048595" name="Content Placeholder 2"/>
          <p:cNvSpPr>
            <a:spLocks noGrp="1"/>
          </p:cNvSpPr>
          <p:nvPr>
            <p:ph idx="1"/>
          </p:nvPr>
        </p:nvSpPr>
        <p:spPr>
          <a:xfrm>
            <a:off x="573206" y="1825624"/>
            <a:ext cx="10780594" cy="4670709"/>
          </a:xfrm>
        </p:spPr>
        <p:txBody>
          <a:bodyPr>
            <a:normAutofit fontScale="82143" lnSpcReduction="20000"/>
          </a:bodyPr>
          <a:p>
            <a:endParaRPr dirty="0" lang="en-US" smtClean="0"/>
          </a:p>
          <a:p>
            <a:endParaRPr dirty="0" lang="en-US"/>
          </a:p>
          <a:p>
            <a:endParaRPr dirty="0" lang="en-US" smtClean="0"/>
          </a:p>
          <a:p>
            <a:endParaRPr dirty="0" lang="en-US"/>
          </a:p>
          <a:p>
            <a:endParaRPr dirty="0" lang="en-US" smtClean="0"/>
          </a:p>
          <a:p>
            <a:endParaRPr dirty="0" lang="en-US"/>
          </a:p>
          <a:p>
            <a:endParaRPr dirty="0" lang="en-US" smtClean="0"/>
          </a:p>
          <a:p>
            <a:endParaRPr dirty="0" lang="en-US"/>
          </a:p>
          <a:p>
            <a:endParaRPr b="1" dirty="0" lang="en-US" smtClean="0"/>
          </a:p>
          <a:p>
            <a:endParaRPr b="1" dirty="0" lang="en-US"/>
          </a:p>
          <a:p>
            <a:endParaRPr b="1" dirty="0" lang="en-US" smtClean="0"/>
          </a:p>
          <a:p>
            <a:pPr algn="ctr"/>
            <a:r>
              <a:rPr b="1" dirty="0" sz="3600" lang="en-US" smtClean="0"/>
              <a:t>Figure1</a:t>
            </a:r>
            <a:r>
              <a:rPr b="1" dirty="0" sz="3600" lang="en-US"/>
              <a:t>. </a:t>
            </a:r>
            <a:r>
              <a:rPr dirty="0" sz="3600" lang="en-US"/>
              <a:t>Stress- strain relationship curve</a:t>
            </a:r>
            <a:r>
              <a:rPr dirty="0" sz="3600" lang="en-US" smtClean="0"/>
              <a:t> </a:t>
            </a:r>
            <a:br>
              <a:rPr dirty="0" sz="3600" lang="en-US" smtClean="0"/>
            </a:br>
            <a:endParaRPr dirty="0" sz="3600" lang="en-US"/>
          </a:p>
        </p:txBody>
      </p:sp>
      <p:pic>
        <p:nvPicPr>
          <p:cNvPr id="2097152" name="Picture 5"/>
          <p:cNvPicPr>
            <a:picLocks noChangeAspect="1"/>
          </p:cNvPicPr>
          <p:nvPr/>
        </p:nvPicPr>
        <p:blipFill>
          <a:blip xmlns:r="http://schemas.openxmlformats.org/officeDocument/2006/relationships" r:embed="rId1"/>
          <a:stretch>
            <a:fillRect/>
          </a:stretch>
        </p:blipFill>
        <p:spPr>
          <a:xfrm>
            <a:off x="1719617" y="158259"/>
            <a:ext cx="6972869" cy="5691868"/>
          </a:xfrm>
          <a:prstGeom prst="rec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26" name=""/>
        <p:cNvGrpSpPr/>
        <p:nvPr/>
      </p:nvGrpSpPr>
      <p:grpSpPr>
        <a:xfrm>
          <a:off x="0" y="0"/>
          <a:ext cx="0" cy="0"/>
          <a:chOff x="0" y="0"/>
          <a:chExt cx="0" cy="0"/>
        </a:xfrm>
      </p:grpSpPr>
      <p:sp>
        <p:nvSpPr>
          <p:cNvPr id="1048596" name="Title 1"/>
          <p:cNvSpPr>
            <a:spLocks noGrp="1"/>
          </p:cNvSpPr>
          <p:nvPr>
            <p:ph type="title"/>
          </p:nvPr>
        </p:nvSpPr>
        <p:spPr/>
        <p:txBody>
          <a:bodyPr/>
          <a:p>
            <a:r>
              <a:rPr dirty="0" lang="en-US" smtClean="0"/>
              <a:t>Introduction </a:t>
            </a:r>
            <a:r>
              <a:rPr dirty="0" lang="en-US" err="1" smtClean="0"/>
              <a:t>cont</a:t>
            </a:r>
            <a:r>
              <a:rPr dirty="0" lang="en-US" smtClean="0"/>
              <a:t>…</a:t>
            </a:r>
            <a:endParaRPr dirty="0" lang="en-US"/>
          </a:p>
        </p:txBody>
      </p:sp>
      <p:sp>
        <p:nvSpPr>
          <p:cNvPr id="1048597" name="Content Placeholder 2"/>
          <p:cNvSpPr>
            <a:spLocks noGrp="1"/>
          </p:cNvSpPr>
          <p:nvPr>
            <p:ph idx="1"/>
          </p:nvPr>
        </p:nvSpPr>
        <p:spPr/>
        <p:txBody>
          <a:bodyPr>
            <a:normAutofit/>
          </a:bodyPr>
          <a:p>
            <a:pPr algn="just"/>
            <a:r>
              <a:rPr dirty="0" lang="en-US" smtClean="0"/>
              <a:t>Once the material exceeds the ultimate stress point (D), necking starts to have on the specimen </a:t>
            </a:r>
          </a:p>
          <a:p>
            <a:pPr algn="just"/>
            <a:r>
              <a:rPr dirty="0" lang="en-US" smtClean="0"/>
              <a:t>The strain hardening is kept between yield points to ultimate tensile strength.</a:t>
            </a:r>
          </a:p>
          <a:p>
            <a:pPr algn="just"/>
            <a:r>
              <a:rPr dirty="0" lang="en-US" smtClean="0"/>
              <a:t> A material obeys hooks law up to proportional limit accurately. The stress and strain curve is used to obtain Young‘s modulus of materials by comparing stress and strain value up to elastic limit</a:t>
            </a:r>
          </a:p>
          <a:p>
            <a:endParaRPr dirty="0"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27" name=""/>
        <p:cNvGrpSpPr/>
        <p:nvPr/>
      </p:nvGrpSpPr>
      <p:grpSpPr>
        <a:xfrm>
          <a:off x="0" y="0"/>
          <a:ext cx="0" cy="0"/>
          <a:chOff x="0" y="0"/>
          <a:chExt cx="0" cy="0"/>
        </a:xfrm>
      </p:grpSpPr>
      <p:sp>
        <p:nvSpPr>
          <p:cNvPr id="1048598" name="Title 1"/>
          <p:cNvSpPr>
            <a:spLocks noGrp="1"/>
          </p:cNvSpPr>
          <p:nvPr>
            <p:ph type="title"/>
          </p:nvPr>
        </p:nvSpPr>
        <p:spPr/>
        <p:txBody>
          <a:bodyPr/>
          <a:p>
            <a:r>
              <a:rPr dirty="0" lang="en-US" smtClean="0"/>
              <a:t>Stress </a:t>
            </a:r>
            <a:endParaRPr dirty="0" lang="en-US"/>
          </a:p>
        </p:txBody>
      </p:sp>
      <p:sp>
        <p:nvSpPr>
          <p:cNvPr id="1048599" name="Content Placeholder 2"/>
          <p:cNvSpPr>
            <a:spLocks noChangeAspect="1" noMove="1" noResize="1" noRot="1" noGrp="1" noAdjustHandles="1" noEditPoints="1" noChangeArrowheads="1" noChangeShapeType="1" noTextEdit="1"/>
          </p:cNvSpPr>
          <p:nvPr>
            <p:ph idx="1"/>
          </p:nvPr>
        </p:nvSpPr>
        <p:spPr>
          <a:blipFill>
            <a:blip xmlns:r="http://schemas.openxmlformats.org/officeDocument/2006/relationships" r:embed="rId1"/>
            <a:stretch>
              <a:fillRect l="-1217" t="-2241"/>
            </a:stretch>
          </a:blipFill>
        </p:spPr>
        <p:txBody>
          <a:bodyPr/>
          <a:p>
            <a:r>
              <a:rPr lang="en-US">
                <a:noFill/>
              </a:rPr>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28" name=""/>
        <p:cNvGrpSpPr/>
        <p:nvPr/>
      </p:nvGrpSpPr>
      <p:grpSpPr>
        <a:xfrm>
          <a:off x="0" y="0"/>
          <a:ext cx="0" cy="0"/>
          <a:chOff x="0" y="0"/>
          <a:chExt cx="0" cy="0"/>
        </a:xfrm>
      </p:grpSpPr>
      <p:sp>
        <p:nvSpPr>
          <p:cNvPr id="1048600" name="Title 1"/>
          <p:cNvSpPr>
            <a:spLocks noGrp="1"/>
          </p:cNvSpPr>
          <p:nvPr>
            <p:ph type="title"/>
          </p:nvPr>
        </p:nvSpPr>
        <p:spPr/>
        <p:txBody>
          <a:bodyPr/>
          <a:p>
            <a:r>
              <a:rPr dirty="0" lang="en-US" smtClean="0"/>
              <a:t>Stress cont..</a:t>
            </a:r>
            <a:endParaRPr dirty="0" lang="en-US"/>
          </a:p>
        </p:txBody>
      </p:sp>
      <p:sp>
        <p:nvSpPr>
          <p:cNvPr id="1048601" name="Content Placeholder 2"/>
          <p:cNvSpPr>
            <a:spLocks noGrp="1"/>
          </p:cNvSpPr>
          <p:nvPr>
            <p:ph idx="1"/>
          </p:nvPr>
        </p:nvSpPr>
        <p:spPr/>
        <p:txBody>
          <a:bodyPr/>
          <a:p>
            <a:pPr indent="0" marL="0">
              <a:buNone/>
            </a:pPr>
            <a:r>
              <a:rPr dirty="0" lang="en-US" smtClean="0"/>
              <a:t>ii.	Shear stress (</a:t>
            </a:r>
            <a:r>
              <a:rPr dirty="0" lang="el-GR" smtClean="0"/>
              <a:t>τ</a:t>
            </a:r>
            <a:r>
              <a:rPr dirty="0" lang="en-US" smtClean="0"/>
              <a:t>)</a:t>
            </a:r>
          </a:p>
          <a:p>
            <a:r>
              <a:rPr dirty="0" lang="en-US" smtClean="0"/>
              <a:t>Shear stress is the stress state caused by the combined energy of a pair of opposing forces acting along parallel lines of action through the material.</a:t>
            </a:r>
          </a:p>
          <a:p>
            <a:r>
              <a:rPr dirty="0" lang="en-US" smtClean="0"/>
              <a:t> It is the stress caused by faces of the material sliding relative to one another</a:t>
            </a:r>
            <a:endParaRPr dirty="0"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29" name=""/>
        <p:cNvGrpSpPr/>
        <p:nvPr/>
      </p:nvGrpSpPr>
      <p:grpSpPr>
        <a:xfrm>
          <a:off x="0" y="0"/>
          <a:ext cx="0" cy="0"/>
          <a:chOff x="0" y="0"/>
          <a:chExt cx="0" cy="0"/>
        </a:xfrm>
      </p:grpSpPr>
      <p:sp>
        <p:nvSpPr>
          <p:cNvPr id="1048602" name="Title 1"/>
          <p:cNvSpPr>
            <a:spLocks noGrp="1"/>
          </p:cNvSpPr>
          <p:nvPr>
            <p:ph type="title"/>
          </p:nvPr>
        </p:nvSpPr>
        <p:spPr/>
        <p:txBody>
          <a:bodyPr/>
          <a:p>
            <a:r>
              <a:rPr dirty="0" lang="en-US" smtClean="0"/>
              <a:t>Strain (</a:t>
            </a:r>
            <a:r>
              <a:rPr dirty="0" lang="el-GR" smtClean="0"/>
              <a:t>ε</a:t>
            </a:r>
            <a:r>
              <a:rPr dirty="0" lang="en-US" smtClean="0"/>
              <a:t>)</a:t>
            </a:r>
            <a:endParaRPr dirty="0" lang="en-US"/>
          </a:p>
        </p:txBody>
      </p:sp>
      <p:sp>
        <p:nvSpPr>
          <p:cNvPr id="1048603" name="Content Placeholder 2"/>
          <p:cNvSpPr>
            <a:spLocks noChangeAspect="1" noMove="1" noResize="1" noRot="1" noGrp="1" noAdjustHandles="1" noEditPoints="1" noChangeArrowheads="1" noChangeShapeType="1" noTextEdit="1"/>
          </p:cNvSpPr>
          <p:nvPr>
            <p:ph idx="1"/>
          </p:nvPr>
        </p:nvSpPr>
        <p:spPr>
          <a:blipFill>
            <a:blip xmlns:r="http://schemas.openxmlformats.org/officeDocument/2006/relationships" r:embed="rId1"/>
            <a:stretch>
              <a:fillRect l="-1043" t="-2241"/>
            </a:stretch>
          </a:blipFill>
        </p:spPr>
        <p:txBody>
          <a:bodyPr/>
          <a:p>
            <a:r>
              <a:rPr lang="en-US">
                <a:noFill/>
              </a:rPr>
              <a:t> </a:t>
            </a:r>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Company>TEMAOS</Company>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ME 6202 Strength of materals</dc:title>
  <dc:creator>hp</dc:creator>
  <cp:lastModifiedBy>hp</cp:lastModifiedBy>
  <dcterms:created xsi:type="dcterms:W3CDTF">2023-11-01T14:14:11Z</dcterms:created>
  <dcterms:modified xsi:type="dcterms:W3CDTF">2024-11-14T12:38:42Z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314869e3c1f2472abf9778ef8ec75cd1</vt:lpwstr>
  </property>
</Properties>
</file>