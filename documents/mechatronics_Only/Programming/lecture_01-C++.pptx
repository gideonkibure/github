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7" r:id="rId2"/>
    <p:sldId id="259" r:id="rId3"/>
    <p:sldId id="260" r:id="rId4"/>
    <p:sldId id="277" r:id="rId5"/>
    <p:sldId id="276" r:id="rId6"/>
    <p:sldId id="261" r:id="rId7"/>
    <p:sldId id="262" r:id="rId8"/>
    <p:sldId id="263" r:id="rId9"/>
    <p:sldId id="278" r:id="rId10"/>
    <p:sldId id="279" r:id="rId11"/>
    <p:sldId id="280" r:id="rId12"/>
    <p:sldId id="281" r:id="rId13"/>
    <p:sldId id="282" r:id="rId14"/>
    <p:sldId id="264" r:id="rId15"/>
    <p:sldId id="265" r:id="rId16"/>
    <p:sldId id="273" r:id="rId17"/>
    <p:sldId id="274" r:id="rId18"/>
    <p:sldId id="266" r:id="rId19"/>
    <p:sldId id="267" r:id="rId20"/>
    <p:sldId id="268" r:id="rId21"/>
    <p:sldId id="269" r:id="rId22"/>
    <p:sldId id="270" r:id="rId23"/>
    <p:sldId id="271" r:id="rId24"/>
    <p:sldId id="272" r:id="rId2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2" autoAdjust="0"/>
    <p:restoredTop sz="94660"/>
  </p:normalViewPr>
  <p:slideViewPr>
    <p:cSldViewPr snapToGrid="0">
      <p:cViewPr varScale="1">
        <p:scale>
          <a:sx n="38" d="100"/>
          <a:sy n="38" d="100"/>
        </p:scale>
        <p:origin x="1020" y="6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3805" y="2130848"/>
            <a:ext cx="10364391" cy="1470049"/>
          </a:xfrm>
        </p:spPr>
        <p:txBody>
          <a:bodyPr/>
          <a:lstStyle/>
          <a:p>
            <a:r>
              <a:rPr lang="en-US"/>
              <a:t>Click to edit Master title style</a:t>
            </a:r>
          </a:p>
        </p:txBody>
      </p:sp>
      <p:sp>
        <p:nvSpPr>
          <p:cNvPr id="3" name="Subtitle 2"/>
          <p:cNvSpPr>
            <a:spLocks noGrp="1"/>
          </p:cNvSpPr>
          <p:nvPr>
            <p:ph type="subTitle" idx="1"/>
          </p:nvPr>
        </p:nvSpPr>
        <p:spPr>
          <a:xfrm>
            <a:off x="1829098" y="3886647"/>
            <a:ext cx="8533805" cy="1752451"/>
          </a:xfrm>
        </p:spPr>
        <p:txBody>
          <a:bodyPr/>
          <a:lstStyle>
            <a:lvl1pPr marL="0" indent="0" algn="ctr">
              <a:buNone/>
              <a:defRPr/>
            </a:lvl1pPr>
            <a:lvl2pPr marL="321457" indent="0" algn="ctr">
              <a:buNone/>
              <a:defRPr/>
            </a:lvl2pPr>
            <a:lvl3pPr marL="642915" indent="0" algn="ctr">
              <a:buNone/>
              <a:defRPr/>
            </a:lvl3pPr>
            <a:lvl4pPr marL="964372" indent="0" algn="ctr">
              <a:buNone/>
              <a:defRPr/>
            </a:lvl4pPr>
            <a:lvl5pPr marL="1285829" indent="0" algn="ctr">
              <a:buNone/>
              <a:defRPr/>
            </a:lvl5pPr>
            <a:lvl6pPr marL="1607287" indent="0" algn="ctr">
              <a:buNone/>
              <a:defRPr/>
            </a:lvl6pPr>
            <a:lvl7pPr marL="1928744" indent="0" algn="ctr">
              <a:buNone/>
              <a:defRPr/>
            </a:lvl7pPr>
            <a:lvl8pPr marL="2250201" indent="0" algn="ctr">
              <a:buNone/>
              <a:defRPr/>
            </a:lvl8pPr>
            <a:lvl9pPr marL="2571659" indent="0" algn="ctr">
              <a:buNone/>
              <a:defRPr/>
            </a:lvl9pPr>
          </a:lstStyle>
          <a:p>
            <a:r>
              <a:rPr lang="en-US"/>
              <a:t>Click to edit Master subtitle style</a:t>
            </a:r>
          </a:p>
        </p:txBody>
      </p:sp>
    </p:spTree>
    <p:extLst>
      <p:ext uri="{BB962C8B-B14F-4D97-AF65-F5344CB8AC3E}">
        <p14:creationId xmlns:p14="http://schemas.microsoft.com/office/powerpoint/2010/main" val="508794069"/>
      </p:ext>
    </p:extLst>
  </p:cSld>
  <p:clrMapOvr>
    <a:masterClrMapping/>
  </p:clrMapOvr>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549268408"/>
      </p:ext>
    </p:extLst>
  </p:cSld>
  <p:clrMapOvr>
    <a:masterClrMapping/>
  </p:clrMapOvr>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2918" y="4406801"/>
            <a:ext cx="10362902" cy="1361777"/>
          </a:xfrm>
        </p:spPr>
        <p:txBody>
          <a:bodyPr anchor="t"/>
          <a:lstStyle>
            <a:lvl1pPr algn="l">
              <a:defRPr sz="2812" b="1" cap="all"/>
            </a:lvl1pPr>
          </a:lstStyle>
          <a:p>
            <a:r>
              <a:rPr lang="en-US"/>
              <a:t>Click to edit Master title style</a:t>
            </a:r>
          </a:p>
        </p:txBody>
      </p:sp>
      <p:sp>
        <p:nvSpPr>
          <p:cNvPr id="3" name="Text Placeholder 2"/>
          <p:cNvSpPr>
            <a:spLocks noGrp="1"/>
          </p:cNvSpPr>
          <p:nvPr>
            <p:ph type="body" idx="1"/>
          </p:nvPr>
        </p:nvSpPr>
        <p:spPr>
          <a:xfrm>
            <a:off x="962918" y="2906613"/>
            <a:ext cx="10362902" cy="1500188"/>
          </a:xfrm>
        </p:spPr>
        <p:txBody>
          <a:bodyPr anchor="b"/>
          <a:lstStyle>
            <a:lvl1pPr marL="0" indent="0">
              <a:buNone/>
              <a:defRPr sz="1406"/>
            </a:lvl1pPr>
            <a:lvl2pPr marL="321457" indent="0">
              <a:buNone/>
              <a:defRPr sz="1266"/>
            </a:lvl2pPr>
            <a:lvl3pPr marL="642915" indent="0">
              <a:buNone/>
              <a:defRPr sz="1125"/>
            </a:lvl3pPr>
            <a:lvl4pPr marL="964372" indent="0">
              <a:buNone/>
              <a:defRPr sz="984"/>
            </a:lvl4pPr>
            <a:lvl5pPr marL="1285829" indent="0">
              <a:buNone/>
              <a:defRPr sz="984"/>
            </a:lvl5pPr>
            <a:lvl6pPr marL="1607287" indent="0">
              <a:buNone/>
              <a:defRPr sz="984"/>
            </a:lvl6pPr>
            <a:lvl7pPr marL="1928744" indent="0">
              <a:buNone/>
              <a:defRPr sz="984"/>
            </a:lvl7pPr>
            <a:lvl8pPr marL="2250201" indent="0">
              <a:buNone/>
              <a:defRPr sz="984"/>
            </a:lvl8pPr>
            <a:lvl9pPr marL="2571659" indent="0">
              <a:buNone/>
              <a:defRPr sz="984"/>
            </a:lvl9pPr>
          </a:lstStyle>
          <a:p>
            <a:pPr lvl="0"/>
            <a:r>
              <a:rPr lang="en-US"/>
              <a:t>Click to edit Master text styles</a:t>
            </a:r>
          </a:p>
        </p:txBody>
      </p:sp>
    </p:spTree>
    <p:extLst>
      <p:ext uri="{BB962C8B-B14F-4D97-AF65-F5344CB8AC3E}">
        <p14:creationId xmlns:p14="http://schemas.microsoft.com/office/powerpoint/2010/main" val="3202969527"/>
      </p:ext>
    </p:extLst>
  </p:cSld>
  <p:clrMapOvr>
    <a:masterClrMapping/>
  </p:clrMapOvr>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1190625" y="2196703"/>
            <a:ext cx="4833938" cy="3982641"/>
          </a:xfrm>
        </p:spPr>
        <p:txBody>
          <a:bodyPr/>
          <a:lstStyle>
            <a:lvl1pPr>
              <a:defRPr sz="1969"/>
            </a:lvl1pPr>
            <a:lvl2pPr>
              <a:defRPr sz="1687"/>
            </a:lvl2pPr>
            <a:lvl3pPr>
              <a:defRPr sz="1406"/>
            </a:lvl3pPr>
            <a:lvl4pPr>
              <a:defRPr sz="1266"/>
            </a:lvl4pPr>
            <a:lvl5pPr>
              <a:defRPr sz="1266"/>
            </a:lvl5pPr>
            <a:lvl6pPr>
              <a:defRPr sz="1266"/>
            </a:lvl6pPr>
            <a:lvl7pPr>
              <a:defRPr sz="1266"/>
            </a:lvl7pPr>
            <a:lvl8pPr>
              <a:defRPr sz="1266"/>
            </a:lvl8pPr>
            <a:lvl9pPr>
              <a:defRPr sz="1266"/>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67437" y="2196703"/>
            <a:ext cx="4833938" cy="3982641"/>
          </a:xfrm>
        </p:spPr>
        <p:txBody>
          <a:bodyPr/>
          <a:lstStyle>
            <a:lvl1pPr>
              <a:defRPr sz="1969"/>
            </a:lvl1pPr>
            <a:lvl2pPr>
              <a:defRPr sz="1687"/>
            </a:lvl2pPr>
            <a:lvl3pPr>
              <a:defRPr sz="1406"/>
            </a:lvl3pPr>
            <a:lvl4pPr>
              <a:defRPr sz="1266"/>
            </a:lvl4pPr>
            <a:lvl5pPr>
              <a:defRPr sz="1266"/>
            </a:lvl5pPr>
            <a:lvl6pPr>
              <a:defRPr sz="1266"/>
            </a:lvl6pPr>
            <a:lvl7pPr>
              <a:defRPr sz="1266"/>
            </a:lvl7pPr>
            <a:lvl8pPr>
              <a:defRPr sz="1266"/>
            </a:lvl8pPr>
            <a:lvl9pPr>
              <a:defRPr sz="1266"/>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726132960"/>
      </p:ext>
    </p:extLst>
  </p:cSld>
  <p:clrMapOvr>
    <a:masterClrMapping/>
  </p:clrMapOvr>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10196" y="274588"/>
            <a:ext cx="10971609"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610196" y="1534791"/>
            <a:ext cx="5386090" cy="639589"/>
          </a:xfrm>
        </p:spPr>
        <p:txBody>
          <a:bodyPr anchor="b"/>
          <a:lstStyle>
            <a:lvl1pPr marL="0" indent="0">
              <a:buNone/>
              <a:defRPr sz="1687" b="1"/>
            </a:lvl1pPr>
            <a:lvl2pPr marL="321457" indent="0">
              <a:buNone/>
              <a:defRPr sz="1406" b="1"/>
            </a:lvl2pPr>
            <a:lvl3pPr marL="642915" indent="0">
              <a:buNone/>
              <a:defRPr sz="1266" b="1"/>
            </a:lvl3pPr>
            <a:lvl4pPr marL="964372" indent="0">
              <a:buNone/>
              <a:defRPr sz="1125" b="1"/>
            </a:lvl4pPr>
            <a:lvl5pPr marL="1285829" indent="0">
              <a:buNone/>
              <a:defRPr sz="1125" b="1"/>
            </a:lvl5pPr>
            <a:lvl6pPr marL="1607287" indent="0">
              <a:buNone/>
              <a:defRPr sz="1125" b="1"/>
            </a:lvl6pPr>
            <a:lvl7pPr marL="1928744" indent="0">
              <a:buNone/>
              <a:defRPr sz="1125" b="1"/>
            </a:lvl7pPr>
            <a:lvl8pPr marL="2250201" indent="0">
              <a:buNone/>
              <a:defRPr sz="1125" b="1"/>
            </a:lvl8pPr>
            <a:lvl9pPr marL="2571659" indent="0">
              <a:buNone/>
              <a:defRPr sz="1125" b="1"/>
            </a:lvl9pPr>
          </a:lstStyle>
          <a:p>
            <a:pPr lvl="0"/>
            <a:r>
              <a:rPr lang="en-US"/>
              <a:t>Click to edit Master text styles</a:t>
            </a:r>
          </a:p>
        </p:txBody>
      </p:sp>
      <p:sp>
        <p:nvSpPr>
          <p:cNvPr id="4" name="Content Placeholder 3"/>
          <p:cNvSpPr>
            <a:spLocks noGrp="1"/>
          </p:cNvSpPr>
          <p:nvPr>
            <p:ph sz="half" idx="2"/>
          </p:nvPr>
        </p:nvSpPr>
        <p:spPr>
          <a:xfrm>
            <a:off x="610196" y="2174379"/>
            <a:ext cx="5386090" cy="3951387"/>
          </a:xfrm>
        </p:spPr>
        <p:txBody>
          <a:bodyPr/>
          <a:lstStyle>
            <a:lvl1pPr>
              <a:defRPr sz="1687"/>
            </a:lvl1pPr>
            <a:lvl2pPr>
              <a:defRPr sz="1406"/>
            </a:lvl2pPr>
            <a:lvl3pPr>
              <a:defRPr sz="1266"/>
            </a:lvl3pPr>
            <a:lvl4pPr>
              <a:defRPr sz="1125"/>
            </a:lvl4pPr>
            <a:lvl5pPr>
              <a:defRPr sz="1125"/>
            </a:lvl5pPr>
            <a:lvl6pPr>
              <a:defRPr sz="1125"/>
            </a:lvl6pPr>
            <a:lvl7pPr>
              <a:defRPr sz="1125"/>
            </a:lvl7pPr>
            <a:lvl8pPr>
              <a:defRPr sz="1125"/>
            </a:lvl8pPr>
            <a:lvl9pPr>
              <a:defRPr sz="1125"/>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92739" y="1534791"/>
            <a:ext cx="5389066" cy="639589"/>
          </a:xfrm>
        </p:spPr>
        <p:txBody>
          <a:bodyPr anchor="b"/>
          <a:lstStyle>
            <a:lvl1pPr marL="0" indent="0">
              <a:buNone/>
              <a:defRPr sz="1687" b="1"/>
            </a:lvl1pPr>
            <a:lvl2pPr marL="321457" indent="0">
              <a:buNone/>
              <a:defRPr sz="1406" b="1"/>
            </a:lvl2pPr>
            <a:lvl3pPr marL="642915" indent="0">
              <a:buNone/>
              <a:defRPr sz="1266" b="1"/>
            </a:lvl3pPr>
            <a:lvl4pPr marL="964372" indent="0">
              <a:buNone/>
              <a:defRPr sz="1125" b="1"/>
            </a:lvl4pPr>
            <a:lvl5pPr marL="1285829" indent="0">
              <a:buNone/>
              <a:defRPr sz="1125" b="1"/>
            </a:lvl5pPr>
            <a:lvl6pPr marL="1607287" indent="0">
              <a:buNone/>
              <a:defRPr sz="1125" b="1"/>
            </a:lvl6pPr>
            <a:lvl7pPr marL="1928744" indent="0">
              <a:buNone/>
              <a:defRPr sz="1125" b="1"/>
            </a:lvl7pPr>
            <a:lvl8pPr marL="2250201" indent="0">
              <a:buNone/>
              <a:defRPr sz="1125" b="1"/>
            </a:lvl8pPr>
            <a:lvl9pPr marL="2571659" indent="0">
              <a:buNone/>
              <a:defRPr sz="1125" b="1"/>
            </a:lvl9pPr>
          </a:lstStyle>
          <a:p>
            <a:pPr lvl="0"/>
            <a:r>
              <a:rPr lang="en-US"/>
              <a:t>Click to edit Master text styles</a:t>
            </a:r>
          </a:p>
        </p:txBody>
      </p:sp>
      <p:sp>
        <p:nvSpPr>
          <p:cNvPr id="6" name="Content Placeholder 5"/>
          <p:cNvSpPr>
            <a:spLocks noGrp="1"/>
          </p:cNvSpPr>
          <p:nvPr>
            <p:ph sz="quarter" idx="4"/>
          </p:nvPr>
        </p:nvSpPr>
        <p:spPr>
          <a:xfrm>
            <a:off x="6192739" y="2174379"/>
            <a:ext cx="5389066" cy="3951387"/>
          </a:xfrm>
        </p:spPr>
        <p:txBody>
          <a:bodyPr/>
          <a:lstStyle>
            <a:lvl1pPr>
              <a:defRPr sz="1687"/>
            </a:lvl1pPr>
            <a:lvl2pPr>
              <a:defRPr sz="1406"/>
            </a:lvl2pPr>
            <a:lvl3pPr>
              <a:defRPr sz="1266"/>
            </a:lvl3pPr>
            <a:lvl4pPr>
              <a:defRPr sz="1125"/>
            </a:lvl4pPr>
            <a:lvl5pPr>
              <a:defRPr sz="1125"/>
            </a:lvl5pPr>
            <a:lvl6pPr>
              <a:defRPr sz="1125"/>
            </a:lvl6pPr>
            <a:lvl7pPr>
              <a:defRPr sz="1125"/>
            </a:lvl7pPr>
            <a:lvl8pPr>
              <a:defRPr sz="1125"/>
            </a:lvl8pPr>
            <a:lvl9pPr>
              <a:defRPr sz="1125"/>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048957305"/>
      </p:ext>
    </p:extLst>
  </p:cSld>
  <p:clrMapOvr>
    <a:masterClrMapping/>
  </p:clrMapOvr>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388844939"/>
      </p:ext>
    </p:extLst>
  </p:cSld>
  <p:clrMapOvr>
    <a:masterClrMapping/>
  </p:clrMapOvr>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3866369702"/>
      </p:ext>
    </p:extLst>
  </p:cSld>
  <p:clrMapOvr>
    <a:masterClrMapping/>
  </p:clrMapOvr>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10196" y="273473"/>
            <a:ext cx="4010918" cy="1161975"/>
          </a:xfrm>
        </p:spPr>
        <p:txBody>
          <a:bodyPr anchor="b"/>
          <a:lstStyle>
            <a:lvl1pPr algn="l">
              <a:defRPr sz="1406" b="1"/>
            </a:lvl1pPr>
          </a:lstStyle>
          <a:p>
            <a:r>
              <a:rPr lang="en-US"/>
              <a:t>Click to edit Master title style</a:t>
            </a:r>
          </a:p>
        </p:txBody>
      </p:sp>
      <p:sp>
        <p:nvSpPr>
          <p:cNvPr id="3" name="Content Placeholder 2"/>
          <p:cNvSpPr>
            <a:spLocks noGrp="1"/>
          </p:cNvSpPr>
          <p:nvPr>
            <p:ph idx="1"/>
          </p:nvPr>
        </p:nvSpPr>
        <p:spPr>
          <a:xfrm>
            <a:off x="4766965" y="273472"/>
            <a:ext cx="6814839" cy="5852294"/>
          </a:xfrm>
        </p:spPr>
        <p:txBody>
          <a:bodyPr/>
          <a:lstStyle>
            <a:lvl1pPr>
              <a:defRPr sz="2250"/>
            </a:lvl1pPr>
            <a:lvl2pPr>
              <a:defRPr sz="1969"/>
            </a:lvl2pPr>
            <a:lvl3pPr>
              <a:defRPr sz="1687"/>
            </a:lvl3pPr>
            <a:lvl4pPr>
              <a:defRPr sz="1406"/>
            </a:lvl4pPr>
            <a:lvl5pPr>
              <a:defRPr sz="1406"/>
            </a:lvl5pPr>
            <a:lvl6pPr>
              <a:defRPr sz="1406"/>
            </a:lvl6pPr>
            <a:lvl7pPr>
              <a:defRPr sz="1406"/>
            </a:lvl7pPr>
            <a:lvl8pPr>
              <a:defRPr sz="1406"/>
            </a:lvl8pPr>
            <a:lvl9pPr>
              <a:defRPr sz="1406"/>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10196" y="1435448"/>
            <a:ext cx="4010918" cy="4690318"/>
          </a:xfrm>
        </p:spPr>
        <p:txBody>
          <a:bodyPr/>
          <a:lstStyle>
            <a:lvl1pPr marL="0" indent="0">
              <a:buNone/>
              <a:defRPr sz="984"/>
            </a:lvl1pPr>
            <a:lvl2pPr marL="321457" indent="0">
              <a:buNone/>
              <a:defRPr sz="844"/>
            </a:lvl2pPr>
            <a:lvl3pPr marL="642915" indent="0">
              <a:buNone/>
              <a:defRPr sz="703"/>
            </a:lvl3pPr>
            <a:lvl4pPr marL="964372" indent="0">
              <a:buNone/>
              <a:defRPr sz="633"/>
            </a:lvl4pPr>
            <a:lvl5pPr marL="1285829" indent="0">
              <a:buNone/>
              <a:defRPr sz="633"/>
            </a:lvl5pPr>
            <a:lvl6pPr marL="1607287" indent="0">
              <a:buNone/>
              <a:defRPr sz="633"/>
            </a:lvl6pPr>
            <a:lvl7pPr marL="1928744" indent="0">
              <a:buNone/>
              <a:defRPr sz="633"/>
            </a:lvl7pPr>
            <a:lvl8pPr marL="2250201" indent="0">
              <a:buNone/>
              <a:defRPr sz="633"/>
            </a:lvl8pPr>
            <a:lvl9pPr marL="2571659" indent="0">
              <a:buNone/>
              <a:defRPr sz="633"/>
            </a:lvl9pPr>
          </a:lstStyle>
          <a:p>
            <a:pPr lvl="0"/>
            <a:r>
              <a:rPr lang="en-US"/>
              <a:t>Click to edit Master text styles</a:t>
            </a:r>
          </a:p>
        </p:txBody>
      </p:sp>
    </p:spTree>
    <p:extLst>
      <p:ext uri="{BB962C8B-B14F-4D97-AF65-F5344CB8AC3E}">
        <p14:creationId xmlns:p14="http://schemas.microsoft.com/office/powerpoint/2010/main" val="2594909843"/>
      </p:ext>
    </p:extLst>
  </p:cSld>
  <p:clrMapOvr>
    <a:masterClrMapping/>
  </p:clrMapOvr>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90180" y="4800824"/>
            <a:ext cx="7314903" cy="567035"/>
          </a:xfrm>
        </p:spPr>
        <p:txBody>
          <a:bodyPr anchor="b"/>
          <a:lstStyle>
            <a:lvl1pPr algn="l">
              <a:defRPr sz="1406" b="1"/>
            </a:lvl1pPr>
          </a:lstStyle>
          <a:p>
            <a:r>
              <a:rPr lang="en-US"/>
              <a:t>Click to edit Master title style</a:t>
            </a:r>
          </a:p>
        </p:txBody>
      </p:sp>
      <p:sp>
        <p:nvSpPr>
          <p:cNvPr id="3" name="Picture Placeholder 2"/>
          <p:cNvSpPr>
            <a:spLocks noGrp="1"/>
          </p:cNvSpPr>
          <p:nvPr>
            <p:ph type="pic" idx="1"/>
          </p:nvPr>
        </p:nvSpPr>
        <p:spPr>
          <a:xfrm>
            <a:off x="2390180" y="612800"/>
            <a:ext cx="7314903" cy="4114354"/>
          </a:xfrm>
        </p:spPr>
        <p:txBody>
          <a:bodyPr/>
          <a:lstStyle>
            <a:lvl1pPr marL="0" indent="0">
              <a:buNone/>
              <a:defRPr sz="2250"/>
            </a:lvl1pPr>
            <a:lvl2pPr marL="321457" indent="0">
              <a:buNone/>
              <a:defRPr sz="1969"/>
            </a:lvl2pPr>
            <a:lvl3pPr marL="642915" indent="0">
              <a:buNone/>
              <a:defRPr sz="1687"/>
            </a:lvl3pPr>
            <a:lvl4pPr marL="964372" indent="0">
              <a:buNone/>
              <a:defRPr sz="1406"/>
            </a:lvl4pPr>
            <a:lvl5pPr marL="1285829" indent="0">
              <a:buNone/>
              <a:defRPr sz="1406"/>
            </a:lvl5pPr>
            <a:lvl6pPr marL="1607287" indent="0">
              <a:buNone/>
              <a:defRPr sz="1406"/>
            </a:lvl6pPr>
            <a:lvl7pPr marL="1928744" indent="0">
              <a:buNone/>
              <a:defRPr sz="1406"/>
            </a:lvl7pPr>
            <a:lvl8pPr marL="2250201" indent="0">
              <a:buNone/>
              <a:defRPr sz="1406"/>
            </a:lvl8pPr>
            <a:lvl9pPr marL="2571659" indent="0">
              <a:buNone/>
              <a:defRPr sz="1406"/>
            </a:lvl9pPr>
          </a:lstStyle>
          <a:p>
            <a:pPr lvl="0"/>
            <a:endParaRPr lang="en-US" noProof="0">
              <a:sym typeface="Bradley Hand ITC TT-Bold" charset="0"/>
            </a:endParaRPr>
          </a:p>
        </p:txBody>
      </p:sp>
      <p:sp>
        <p:nvSpPr>
          <p:cNvPr id="4" name="Text Placeholder 3"/>
          <p:cNvSpPr>
            <a:spLocks noGrp="1"/>
          </p:cNvSpPr>
          <p:nvPr>
            <p:ph type="body" sz="half" idx="2"/>
          </p:nvPr>
        </p:nvSpPr>
        <p:spPr>
          <a:xfrm>
            <a:off x="2390180" y="5367859"/>
            <a:ext cx="7314903" cy="804788"/>
          </a:xfrm>
        </p:spPr>
        <p:txBody>
          <a:bodyPr/>
          <a:lstStyle>
            <a:lvl1pPr marL="0" indent="0">
              <a:buNone/>
              <a:defRPr sz="984"/>
            </a:lvl1pPr>
            <a:lvl2pPr marL="321457" indent="0">
              <a:buNone/>
              <a:defRPr sz="844"/>
            </a:lvl2pPr>
            <a:lvl3pPr marL="642915" indent="0">
              <a:buNone/>
              <a:defRPr sz="703"/>
            </a:lvl3pPr>
            <a:lvl4pPr marL="964372" indent="0">
              <a:buNone/>
              <a:defRPr sz="633"/>
            </a:lvl4pPr>
            <a:lvl5pPr marL="1285829" indent="0">
              <a:buNone/>
              <a:defRPr sz="633"/>
            </a:lvl5pPr>
            <a:lvl6pPr marL="1607287" indent="0">
              <a:buNone/>
              <a:defRPr sz="633"/>
            </a:lvl6pPr>
            <a:lvl7pPr marL="1928744" indent="0">
              <a:buNone/>
              <a:defRPr sz="633"/>
            </a:lvl7pPr>
            <a:lvl8pPr marL="2250201" indent="0">
              <a:buNone/>
              <a:defRPr sz="633"/>
            </a:lvl8pPr>
            <a:lvl9pPr marL="2571659" indent="0">
              <a:buNone/>
              <a:defRPr sz="633"/>
            </a:lvl9pPr>
          </a:lstStyle>
          <a:p>
            <a:pPr lvl="0"/>
            <a:r>
              <a:rPr lang="en-US"/>
              <a:t>Click to edit Master text styles</a:t>
            </a:r>
          </a:p>
        </p:txBody>
      </p:sp>
    </p:spTree>
    <p:extLst>
      <p:ext uri="{BB962C8B-B14F-4D97-AF65-F5344CB8AC3E}">
        <p14:creationId xmlns:p14="http://schemas.microsoft.com/office/powerpoint/2010/main" val="1080276424"/>
      </p:ext>
    </p:extLst>
  </p:cSld>
  <p:clrMapOvr>
    <a:masterClrMapping/>
  </p:clrMapOvr>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775905948"/>
      </p:ext>
    </p:extLst>
  </p:cSld>
  <p:clrMapOvr>
    <a:masterClrMapping/>
  </p:clrMapOvr>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548687" y="991196"/>
            <a:ext cx="2452688" cy="518814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1190625" y="991196"/>
            <a:ext cx="7215188" cy="518814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208346259"/>
      </p:ext>
    </p:extLst>
  </p:cSld>
  <p:clrMapOvr>
    <a:masterClrMapping/>
  </p:clrMapOvr>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type="txAndObj">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0" y="274638"/>
            <a:ext cx="12192000" cy="1143000"/>
          </a:xfrm>
        </p:spPr>
        <p:txBody>
          <a:bodyPr/>
          <a:lstStyle/>
          <a:p>
            <a:r>
              <a:rPr lang="en-US"/>
              <a:t>Click to edit Master title style</a:t>
            </a:r>
          </a:p>
        </p:txBody>
      </p:sp>
      <p:sp>
        <p:nvSpPr>
          <p:cNvPr id="3" name="Text Placeholder 2"/>
          <p:cNvSpPr>
            <a:spLocks noGrp="1"/>
          </p:cNvSpPr>
          <p:nvPr>
            <p:ph type="body" sz="half" idx="1"/>
          </p:nvPr>
        </p:nvSpPr>
        <p:spPr>
          <a:xfrm>
            <a:off x="609600" y="1600201"/>
            <a:ext cx="5384800" cy="45259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7600" y="1600201"/>
            <a:ext cx="5384800" cy="45259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a:xfrm>
            <a:off x="609600" y="6356351"/>
            <a:ext cx="2844800" cy="365125"/>
          </a:xfrm>
          <a:prstGeom prst="rect">
            <a:avLst/>
          </a:prstGeom>
        </p:spPr>
        <p:txBody>
          <a:bodyPr/>
          <a:lstStyle>
            <a:lvl1pPr>
              <a:defRPr/>
            </a:lvl1pPr>
          </a:lstStyle>
          <a:p>
            <a:pPr>
              <a:defRPr/>
            </a:pPr>
            <a:r>
              <a:rPr lang="en-US" altLang="zh-CN">
                <a:solidFill>
                  <a:srgbClr val="000000"/>
                </a:solidFill>
              </a:rPr>
              <a:t>December, 2016</a:t>
            </a:r>
          </a:p>
        </p:txBody>
      </p:sp>
      <p:sp>
        <p:nvSpPr>
          <p:cNvPr id="6" name="Slide Number Placeholder 5"/>
          <p:cNvSpPr>
            <a:spLocks noGrp="1"/>
          </p:cNvSpPr>
          <p:nvPr>
            <p:ph type="sldNum" sz="quarter" idx="11"/>
          </p:nvPr>
        </p:nvSpPr>
        <p:spPr>
          <a:xfrm>
            <a:off x="8737600" y="6356351"/>
            <a:ext cx="2844800" cy="365125"/>
          </a:xfrm>
          <a:prstGeom prst="rect">
            <a:avLst/>
          </a:prstGeom>
        </p:spPr>
        <p:txBody>
          <a:bodyPr/>
          <a:lstStyle>
            <a:lvl1pPr>
              <a:defRPr/>
            </a:lvl1pPr>
          </a:lstStyle>
          <a:p>
            <a:r>
              <a:rPr lang="zh-CN" altLang="en-US">
                <a:solidFill>
                  <a:srgbClr val="000000"/>
                </a:solidFill>
              </a:rPr>
              <a:t> </a:t>
            </a:r>
            <a:r>
              <a:rPr lang="en-US" altLang="zh-CN">
                <a:solidFill>
                  <a:srgbClr val="000000"/>
                </a:solidFill>
                <a:latin typeface="Calibri" panose="020F0502020204030204" pitchFamily="34" charset="0"/>
              </a:rPr>
              <a:t>PJF - </a:t>
            </a:r>
            <a:fld id="{9CA0F6C9-BAE2-452A-B03A-D2E74BC72315}" type="slidenum">
              <a:rPr lang="en-US" altLang="zh-CN">
                <a:solidFill>
                  <a:srgbClr val="000000"/>
                </a:solidFill>
                <a:latin typeface="Calibri" panose="020F0502020204030204" pitchFamily="34" charset="0"/>
              </a:rPr>
              <a:pPr/>
              <a:t>‹#›</a:t>
            </a:fld>
            <a:endParaRPr lang="en-US" altLang="zh-CN">
              <a:solidFill>
                <a:srgbClr val="000000"/>
              </a:solidFill>
              <a:latin typeface="Calibri" panose="020F0502020204030204" pitchFamily="34" charset="0"/>
            </a:endParaRPr>
          </a:p>
        </p:txBody>
      </p:sp>
      <p:sp>
        <p:nvSpPr>
          <p:cNvPr id="7" name="Footer Placeholder 6"/>
          <p:cNvSpPr>
            <a:spLocks noGrp="1"/>
          </p:cNvSpPr>
          <p:nvPr>
            <p:ph type="ftr" sz="quarter" idx="12"/>
          </p:nvPr>
        </p:nvSpPr>
        <p:spPr>
          <a:xfrm>
            <a:off x="4165600" y="6356351"/>
            <a:ext cx="3860800" cy="365125"/>
          </a:xfrm>
          <a:prstGeom prst="rect">
            <a:avLst/>
          </a:prstGeom>
        </p:spPr>
        <p:txBody>
          <a:bodyPr/>
          <a:lstStyle>
            <a:lvl1pPr>
              <a:defRPr/>
            </a:lvl1pPr>
          </a:lstStyle>
          <a:p>
            <a:pPr>
              <a:defRPr/>
            </a:pPr>
            <a:r>
              <a:rPr lang="en-US" altLang="zh-CN">
                <a:solidFill>
                  <a:srgbClr val="000000"/>
                </a:solidFill>
              </a:rPr>
              <a:t>K-maps</a:t>
            </a:r>
          </a:p>
        </p:txBody>
      </p:sp>
    </p:spTree>
    <p:extLst>
      <p:ext uri="{BB962C8B-B14F-4D97-AF65-F5344CB8AC3E}">
        <p14:creationId xmlns:p14="http://schemas.microsoft.com/office/powerpoint/2010/main" val="428885579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0">
          <a:blip r:embed="rId14"/>
          <a:srcRect/>
          <a:stretch>
            <a:fillRect/>
          </a:stretch>
        </a:blipFill>
        <a:effectLst/>
      </p:bgPr>
    </p:bg>
    <p:spTree>
      <p:nvGrpSpPr>
        <p:cNvPr id="1" name=""/>
        <p:cNvGrpSpPr/>
        <p:nvPr/>
      </p:nvGrpSpPr>
      <p:grpSpPr>
        <a:xfrm>
          <a:off x="0" y="0"/>
          <a:ext cx="0" cy="0"/>
          <a:chOff x="0" y="0"/>
          <a:chExt cx="0" cy="0"/>
        </a:xfrm>
      </p:grpSpPr>
      <p:sp>
        <p:nvSpPr>
          <p:cNvPr id="1026" name="Rectangle 1"/>
          <p:cNvSpPr>
            <a:spLocks noGrp="1" noChangeArrowheads="1"/>
          </p:cNvSpPr>
          <p:nvPr>
            <p:ph type="title"/>
          </p:nvPr>
        </p:nvSpPr>
        <p:spPr bwMode="auto">
          <a:xfrm>
            <a:off x="1750219" y="991195"/>
            <a:ext cx="8691563" cy="12055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50800" tIns="50800" rIns="50800" bIns="50800" numCol="1" anchor="ctr" anchorCtr="0" compatLnSpc="1">
            <a:prstTxWarp prst="textNoShape">
              <a:avLst/>
            </a:prstTxWarp>
          </a:bodyPr>
          <a:lstStyle/>
          <a:p>
            <a:pPr lvl="0"/>
            <a:r>
              <a:rPr lang="en-US">
                <a:sym typeface="Stone Sans ITC TT-Semi" charset="0"/>
              </a:rPr>
              <a:t>Click to edit Master title style</a:t>
            </a:r>
          </a:p>
        </p:txBody>
      </p:sp>
      <p:sp>
        <p:nvSpPr>
          <p:cNvPr id="1027" name="Rectangle 2"/>
          <p:cNvSpPr>
            <a:spLocks noGrp="1" noChangeArrowheads="1"/>
          </p:cNvSpPr>
          <p:nvPr>
            <p:ph type="body" idx="1"/>
          </p:nvPr>
        </p:nvSpPr>
        <p:spPr bwMode="auto">
          <a:xfrm>
            <a:off x="1190625" y="2196703"/>
            <a:ext cx="9810750" cy="39826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50800" tIns="50800" rIns="50800" bIns="50800" numCol="1" anchor="ctr" anchorCtr="0" compatLnSpc="1">
            <a:prstTxWarp prst="textNoShape">
              <a:avLst/>
            </a:prstTxWarp>
          </a:bodyPr>
          <a:lstStyle/>
          <a:p>
            <a:pPr lvl="0"/>
            <a:r>
              <a:rPr lang="en-US">
                <a:sym typeface="Bradley Hand ITC TT-Bold" charset="0"/>
              </a:rPr>
              <a:t>Click to edit Master text styles</a:t>
            </a:r>
          </a:p>
          <a:p>
            <a:pPr lvl="1"/>
            <a:r>
              <a:rPr lang="en-US">
                <a:sym typeface="Bradley Hand ITC TT-Bold" charset="0"/>
              </a:rPr>
              <a:t>Second level</a:t>
            </a:r>
          </a:p>
          <a:p>
            <a:pPr lvl="2"/>
            <a:r>
              <a:rPr lang="en-US">
                <a:sym typeface="Bradley Hand ITC TT-Bold" charset="0"/>
              </a:rPr>
              <a:t>Third level</a:t>
            </a:r>
          </a:p>
          <a:p>
            <a:pPr lvl="3"/>
            <a:r>
              <a:rPr lang="en-US">
                <a:sym typeface="Bradley Hand ITC TT-Bold" charset="0"/>
              </a:rPr>
              <a:t>Fourth level</a:t>
            </a:r>
          </a:p>
          <a:p>
            <a:pPr lvl="4"/>
            <a:r>
              <a:rPr lang="en-US">
                <a:sym typeface="Bradley Hand ITC TT-Bold" charset="0"/>
              </a:rPr>
              <a:t>Fifth level</a:t>
            </a:r>
          </a:p>
        </p:txBody>
      </p:sp>
    </p:spTree>
    <p:extLst>
      <p:ext uri="{BB962C8B-B14F-4D97-AF65-F5344CB8AC3E}">
        <p14:creationId xmlns:p14="http://schemas.microsoft.com/office/powerpoint/2010/main" val="3021405644"/>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Lst>
  <p:transition/>
  <p:hf hdr="0"/>
  <p:txStyles>
    <p:titleStyle>
      <a:lvl1pPr algn="l" rtl="0" eaLnBrk="0" fontAlgn="base" hangingPunct="0">
        <a:spcBef>
          <a:spcPct val="0"/>
        </a:spcBef>
        <a:spcAft>
          <a:spcPct val="0"/>
        </a:spcAft>
        <a:defRPr sz="4500">
          <a:solidFill>
            <a:srgbClr val="3B3B3E"/>
          </a:solidFill>
          <a:latin typeface="+mj-lt"/>
          <a:ea typeface="+mj-ea"/>
          <a:cs typeface="+mj-cs"/>
          <a:sym typeface="Stone Sans ITC TT-Semi" charset="0"/>
        </a:defRPr>
      </a:lvl1pPr>
      <a:lvl2pPr algn="l" rtl="0" eaLnBrk="0" fontAlgn="base" hangingPunct="0">
        <a:spcBef>
          <a:spcPct val="0"/>
        </a:spcBef>
        <a:spcAft>
          <a:spcPct val="0"/>
        </a:spcAft>
        <a:defRPr sz="4500">
          <a:solidFill>
            <a:srgbClr val="3B3B3E"/>
          </a:solidFill>
          <a:latin typeface="Stone Sans ITC TT-Semi" charset="0"/>
          <a:ea typeface="ヒラギノ角ゴ ProN W6" charset="-128"/>
          <a:cs typeface="ヒラギノ角ゴ ProN W6" charset="-128"/>
          <a:sym typeface="Stone Sans ITC TT-Semi" charset="0"/>
        </a:defRPr>
      </a:lvl2pPr>
      <a:lvl3pPr algn="l" rtl="0" eaLnBrk="0" fontAlgn="base" hangingPunct="0">
        <a:spcBef>
          <a:spcPct val="0"/>
        </a:spcBef>
        <a:spcAft>
          <a:spcPct val="0"/>
        </a:spcAft>
        <a:defRPr sz="4500">
          <a:solidFill>
            <a:srgbClr val="3B3B3E"/>
          </a:solidFill>
          <a:latin typeface="Stone Sans ITC TT-Semi" charset="0"/>
          <a:ea typeface="ヒラギノ角ゴ ProN W6" charset="-128"/>
          <a:cs typeface="ヒラギノ角ゴ ProN W6" charset="-128"/>
          <a:sym typeface="Stone Sans ITC TT-Semi" charset="0"/>
        </a:defRPr>
      </a:lvl3pPr>
      <a:lvl4pPr algn="l" rtl="0" eaLnBrk="0" fontAlgn="base" hangingPunct="0">
        <a:spcBef>
          <a:spcPct val="0"/>
        </a:spcBef>
        <a:spcAft>
          <a:spcPct val="0"/>
        </a:spcAft>
        <a:defRPr sz="4500">
          <a:solidFill>
            <a:srgbClr val="3B3B3E"/>
          </a:solidFill>
          <a:latin typeface="Stone Sans ITC TT-Semi" charset="0"/>
          <a:ea typeface="ヒラギノ角ゴ ProN W6" charset="-128"/>
          <a:cs typeface="ヒラギノ角ゴ ProN W6" charset="-128"/>
          <a:sym typeface="Stone Sans ITC TT-Semi" charset="0"/>
        </a:defRPr>
      </a:lvl4pPr>
      <a:lvl5pPr algn="l" rtl="0" eaLnBrk="0" fontAlgn="base" hangingPunct="0">
        <a:spcBef>
          <a:spcPct val="0"/>
        </a:spcBef>
        <a:spcAft>
          <a:spcPct val="0"/>
        </a:spcAft>
        <a:defRPr sz="4500">
          <a:solidFill>
            <a:srgbClr val="3B3B3E"/>
          </a:solidFill>
          <a:latin typeface="Stone Sans ITC TT-Semi" charset="0"/>
          <a:ea typeface="ヒラギノ角ゴ ProN W6" charset="-128"/>
          <a:cs typeface="ヒラギノ角ゴ ProN W6" charset="-128"/>
          <a:sym typeface="Stone Sans ITC TT-Semi" charset="0"/>
        </a:defRPr>
      </a:lvl5pPr>
      <a:lvl6pPr marL="321457" algn="l" rtl="0" fontAlgn="base">
        <a:spcBef>
          <a:spcPct val="0"/>
        </a:spcBef>
        <a:spcAft>
          <a:spcPct val="0"/>
        </a:spcAft>
        <a:defRPr sz="4500">
          <a:solidFill>
            <a:srgbClr val="3B3B3E"/>
          </a:solidFill>
          <a:latin typeface="Stone Sans ITC TT-Semi" charset="0"/>
          <a:ea typeface="ヒラギノ角ゴ ProN W6" charset="-128"/>
          <a:cs typeface="ヒラギノ角ゴ ProN W6" charset="-128"/>
          <a:sym typeface="Stone Sans ITC TT-Semi" charset="0"/>
        </a:defRPr>
      </a:lvl6pPr>
      <a:lvl7pPr marL="642915" algn="l" rtl="0" fontAlgn="base">
        <a:spcBef>
          <a:spcPct val="0"/>
        </a:spcBef>
        <a:spcAft>
          <a:spcPct val="0"/>
        </a:spcAft>
        <a:defRPr sz="4500">
          <a:solidFill>
            <a:srgbClr val="3B3B3E"/>
          </a:solidFill>
          <a:latin typeface="Stone Sans ITC TT-Semi" charset="0"/>
          <a:ea typeface="ヒラギノ角ゴ ProN W6" charset="-128"/>
          <a:cs typeface="ヒラギノ角ゴ ProN W6" charset="-128"/>
          <a:sym typeface="Stone Sans ITC TT-Semi" charset="0"/>
        </a:defRPr>
      </a:lvl7pPr>
      <a:lvl8pPr marL="964372" algn="l" rtl="0" fontAlgn="base">
        <a:spcBef>
          <a:spcPct val="0"/>
        </a:spcBef>
        <a:spcAft>
          <a:spcPct val="0"/>
        </a:spcAft>
        <a:defRPr sz="4500">
          <a:solidFill>
            <a:srgbClr val="3B3B3E"/>
          </a:solidFill>
          <a:latin typeface="Stone Sans ITC TT-Semi" charset="0"/>
          <a:ea typeface="ヒラギノ角ゴ ProN W6" charset="-128"/>
          <a:cs typeface="ヒラギノ角ゴ ProN W6" charset="-128"/>
          <a:sym typeface="Stone Sans ITC TT-Semi" charset="0"/>
        </a:defRPr>
      </a:lvl8pPr>
      <a:lvl9pPr marL="1285829" algn="l" rtl="0" fontAlgn="base">
        <a:spcBef>
          <a:spcPct val="0"/>
        </a:spcBef>
        <a:spcAft>
          <a:spcPct val="0"/>
        </a:spcAft>
        <a:defRPr sz="4500">
          <a:solidFill>
            <a:srgbClr val="3B3B3E"/>
          </a:solidFill>
          <a:latin typeface="Stone Sans ITC TT-Semi" charset="0"/>
          <a:ea typeface="ヒラギノ角ゴ ProN W6" charset="-128"/>
          <a:cs typeface="ヒラギノ角ゴ ProN W6" charset="-128"/>
          <a:sym typeface="Stone Sans ITC TT-Semi" charset="0"/>
        </a:defRPr>
      </a:lvl9pPr>
    </p:titleStyle>
    <p:bodyStyle>
      <a:lvl1pPr marL="571480" indent="-455398" algn="l" rtl="0" eaLnBrk="0" fontAlgn="base" hangingPunct="0">
        <a:spcBef>
          <a:spcPts val="1406"/>
        </a:spcBef>
        <a:spcAft>
          <a:spcPct val="0"/>
        </a:spcAft>
        <a:buSzPct val="77000"/>
        <a:buChar char="•"/>
        <a:defRPr sz="2953">
          <a:solidFill>
            <a:schemeClr val="tx1"/>
          </a:solidFill>
          <a:latin typeface="+mn-lt"/>
          <a:ea typeface="+mn-ea"/>
          <a:cs typeface="+mn-cs"/>
          <a:sym typeface="Bradley Hand ITC TT-Bold" charset="0"/>
        </a:defRPr>
      </a:lvl1pPr>
      <a:lvl2pPr marL="1014600" indent="-455398" algn="l" rtl="0" eaLnBrk="0" fontAlgn="base" hangingPunct="0">
        <a:spcBef>
          <a:spcPts val="1406"/>
        </a:spcBef>
        <a:spcAft>
          <a:spcPct val="0"/>
        </a:spcAft>
        <a:buSzPct val="77000"/>
        <a:buChar char="•"/>
        <a:defRPr sz="2953">
          <a:solidFill>
            <a:schemeClr val="tx1"/>
          </a:solidFill>
          <a:latin typeface="+mn-lt"/>
          <a:ea typeface="+mn-ea"/>
          <a:cs typeface="+mn-cs"/>
          <a:sym typeface="Bradley Hand ITC TT-Bold" charset="0"/>
        </a:defRPr>
      </a:lvl2pPr>
      <a:lvl3pPr marL="1443210" indent="-455398" algn="l" rtl="0" eaLnBrk="0" fontAlgn="base" hangingPunct="0">
        <a:spcBef>
          <a:spcPts val="1406"/>
        </a:spcBef>
        <a:spcAft>
          <a:spcPct val="0"/>
        </a:spcAft>
        <a:buSzPct val="77000"/>
        <a:buChar char="•"/>
        <a:defRPr sz="2953">
          <a:solidFill>
            <a:schemeClr val="tx1"/>
          </a:solidFill>
          <a:latin typeface="+mn-lt"/>
          <a:ea typeface="+mn-ea"/>
          <a:cs typeface="+mn-cs"/>
          <a:sym typeface="Bradley Hand ITC TT-Bold" charset="0"/>
        </a:defRPr>
      </a:lvl3pPr>
      <a:lvl4pPr marL="1884097" indent="-455398" algn="l" rtl="0" eaLnBrk="0" fontAlgn="base" hangingPunct="0">
        <a:spcBef>
          <a:spcPts val="1406"/>
        </a:spcBef>
        <a:spcAft>
          <a:spcPct val="0"/>
        </a:spcAft>
        <a:buSzPct val="77000"/>
        <a:buChar char="•"/>
        <a:defRPr sz="2953">
          <a:solidFill>
            <a:schemeClr val="tx1"/>
          </a:solidFill>
          <a:latin typeface="+mn-lt"/>
          <a:ea typeface="+mn-ea"/>
          <a:cs typeface="+mn-cs"/>
          <a:sym typeface="Bradley Hand ITC TT-Bold" charset="0"/>
        </a:defRPr>
      </a:lvl4pPr>
      <a:lvl5pPr marL="2312707" indent="-455398" algn="l" rtl="0" eaLnBrk="0" fontAlgn="base" hangingPunct="0">
        <a:spcBef>
          <a:spcPts val="1406"/>
        </a:spcBef>
        <a:spcAft>
          <a:spcPct val="0"/>
        </a:spcAft>
        <a:buSzPct val="77000"/>
        <a:buChar char="•"/>
        <a:defRPr sz="2953">
          <a:solidFill>
            <a:schemeClr val="tx1"/>
          </a:solidFill>
          <a:latin typeface="+mn-lt"/>
          <a:ea typeface="+mn-ea"/>
          <a:cs typeface="+mn-cs"/>
          <a:sym typeface="Bradley Hand ITC TT-Bold" charset="0"/>
        </a:defRPr>
      </a:lvl5pPr>
      <a:lvl6pPr marL="2634164" indent="-455398" algn="l" rtl="0" fontAlgn="base">
        <a:spcBef>
          <a:spcPts val="1406"/>
        </a:spcBef>
        <a:spcAft>
          <a:spcPct val="0"/>
        </a:spcAft>
        <a:buSzPct val="77000"/>
        <a:buChar char="•"/>
        <a:defRPr sz="2953">
          <a:solidFill>
            <a:schemeClr val="tx1"/>
          </a:solidFill>
          <a:latin typeface="+mn-lt"/>
          <a:ea typeface="+mn-ea"/>
          <a:cs typeface="+mn-cs"/>
          <a:sym typeface="Bradley Hand ITC TT-Bold" charset="0"/>
        </a:defRPr>
      </a:lvl6pPr>
      <a:lvl7pPr marL="2955621" indent="-455398" algn="l" rtl="0" fontAlgn="base">
        <a:spcBef>
          <a:spcPts val="1406"/>
        </a:spcBef>
        <a:spcAft>
          <a:spcPct val="0"/>
        </a:spcAft>
        <a:buSzPct val="77000"/>
        <a:buChar char="•"/>
        <a:defRPr sz="2953">
          <a:solidFill>
            <a:schemeClr val="tx1"/>
          </a:solidFill>
          <a:latin typeface="+mn-lt"/>
          <a:ea typeface="+mn-ea"/>
          <a:cs typeface="+mn-cs"/>
          <a:sym typeface="Bradley Hand ITC TT-Bold" charset="0"/>
        </a:defRPr>
      </a:lvl7pPr>
      <a:lvl8pPr marL="3277079" indent="-455398" algn="l" rtl="0" fontAlgn="base">
        <a:spcBef>
          <a:spcPts val="1406"/>
        </a:spcBef>
        <a:spcAft>
          <a:spcPct val="0"/>
        </a:spcAft>
        <a:buSzPct val="77000"/>
        <a:buChar char="•"/>
        <a:defRPr sz="2953">
          <a:solidFill>
            <a:schemeClr val="tx1"/>
          </a:solidFill>
          <a:latin typeface="+mn-lt"/>
          <a:ea typeface="+mn-ea"/>
          <a:cs typeface="+mn-cs"/>
          <a:sym typeface="Bradley Hand ITC TT-Bold" charset="0"/>
        </a:defRPr>
      </a:lvl8pPr>
      <a:lvl9pPr marL="3598536" indent="-455398" algn="l" rtl="0" fontAlgn="base">
        <a:spcBef>
          <a:spcPts val="1406"/>
        </a:spcBef>
        <a:spcAft>
          <a:spcPct val="0"/>
        </a:spcAft>
        <a:buSzPct val="77000"/>
        <a:buChar char="•"/>
        <a:defRPr sz="2953">
          <a:solidFill>
            <a:schemeClr val="tx1"/>
          </a:solidFill>
          <a:latin typeface="+mn-lt"/>
          <a:ea typeface="+mn-ea"/>
          <a:cs typeface="+mn-cs"/>
          <a:sym typeface="Bradley Hand ITC TT-Bold" charset="0"/>
        </a:defRPr>
      </a:lvl9pPr>
    </p:bodyStyle>
    <p:otherStyle>
      <a:defPPr>
        <a:defRPr lang="en-US"/>
      </a:defPPr>
      <a:lvl1pPr marL="0" algn="l" defTabSz="321457" rtl="0" eaLnBrk="1" latinLnBrk="0" hangingPunct="1">
        <a:defRPr sz="1266" kern="1200">
          <a:solidFill>
            <a:schemeClr val="tx1"/>
          </a:solidFill>
          <a:latin typeface="+mn-lt"/>
          <a:ea typeface="+mn-ea"/>
          <a:cs typeface="+mn-cs"/>
        </a:defRPr>
      </a:lvl1pPr>
      <a:lvl2pPr marL="321457" algn="l" defTabSz="321457" rtl="0" eaLnBrk="1" latinLnBrk="0" hangingPunct="1">
        <a:defRPr sz="1266" kern="1200">
          <a:solidFill>
            <a:schemeClr val="tx1"/>
          </a:solidFill>
          <a:latin typeface="+mn-lt"/>
          <a:ea typeface="+mn-ea"/>
          <a:cs typeface="+mn-cs"/>
        </a:defRPr>
      </a:lvl2pPr>
      <a:lvl3pPr marL="642915" algn="l" defTabSz="321457" rtl="0" eaLnBrk="1" latinLnBrk="0" hangingPunct="1">
        <a:defRPr sz="1266" kern="1200">
          <a:solidFill>
            <a:schemeClr val="tx1"/>
          </a:solidFill>
          <a:latin typeface="+mn-lt"/>
          <a:ea typeface="+mn-ea"/>
          <a:cs typeface="+mn-cs"/>
        </a:defRPr>
      </a:lvl3pPr>
      <a:lvl4pPr marL="964372" algn="l" defTabSz="321457" rtl="0" eaLnBrk="1" latinLnBrk="0" hangingPunct="1">
        <a:defRPr sz="1266" kern="1200">
          <a:solidFill>
            <a:schemeClr val="tx1"/>
          </a:solidFill>
          <a:latin typeface="+mn-lt"/>
          <a:ea typeface="+mn-ea"/>
          <a:cs typeface="+mn-cs"/>
        </a:defRPr>
      </a:lvl4pPr>
      <a:lvl5pPr marL="1285829" algn="l" defTabSz="321457" rtl="0" eaLnBrk="1" latinLnBrk="0" hangingPunct="1">
        <a:defRPr sz="1266" kern="1200">
          <a:solidFill>
            <a:schemeClr val="tx1"/>
          </a:solidFill>
          <a:latin typeface="+mn-lt"/>
          <a:ea typeface="+mn-ea"/>
          <a:cs typeface="+mn-cs"/>
        </a:defRPr>
      </a:lvl5pPr>
      <a:lvl6pPr marL="1607287" algn="l" defTabSz="321457" rtl="0" eaLnBrk="1" latinLnBrk="0" hangingPunct="1">
        <a:defRPr sz="1266" kern="1200">
          <a:solidFill>
            <a:schemeClr val="tx1"/>
          </a:solidFill>
          <a:latin typeface="+mn-lt"/>
          <a:ea typeface="+mn-ea"/>
          <a:cs typeface="+mn-cs"/>
        </a:defRPr>
      </a:lvl6pPr>
      <a:lvl7pPr marL="1928744" algn="l" defTabSz="321457" rtl="0" eaLnBrk="1" latinLnBrk="0" hangingPunct="1">
        <a:defRPr sz="1266" kern="1200">
          <a:solidFill>
            <a:schemeClr val="tx1"/>
          </a:solidFill>
          <a:latin typeface="+mn-lt"/>
          <a:ea typeface="+mn-ea"/>
          <a:cs typeface="+mn-cs"/>
        </a:defRPr>
      </a:lvl7pPr>
      <a:lvl8pPr marL="2250201" algn="l" defTabSz="321457" rtl="0" eaLnBrk="1" latinLnBrk="0" hangingPunct="1">
        <a:defRPr sz="1266" kern="1200">
          <a:solidFill>
            <a:schemeClr val="tx1"/>
          </a:solidFill>
          <a:latin typeface="+mn-lt"/>
          <a:ea typeface="+mn-ea"/>
          <a:cs typeface="+mn-cs"/>
        </a:defRPr>
      </a:lvl8pPr>
      <a:lvl9pPr marL="2571659" algn="l" defTabSz="321457" rtl="0" eaLnBrk="1" latinLnBrk="0" hangingPunct="1">
        <a:defRPr sz="1266"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Text Box 1"/>
          <p:cNvSpPr txBox="1">
            <a:spLocks noChangeArrowheads="1"/>
          </p:cNvSpPr>
          <p:nvPr/>
        </p:nvSpPr>
        <p:spPr bwMode="auto">
          <a:xfrm>
            <a:off x="10159008" y="6286500"/>
            <a:ext cx="309191" cy="3393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lstStyle>
            <a:lvl1pPr eaLnBrk="0" hangingPunct="0">
              <a:defRPr sz="4200">
                <a:solidFill>
                  <a:srgbClr val="000000"/>
                </a:solidFill>
                <a:latin typeface="Bradley Hand ITC TT-Bold" charset="0"/>
                <a:ea typeface="ヒラギノ明朝 ProN W6" charset="-128"/>
                <a:sym typeface="Bradley Hand ITC TT-Bold" charset="0"/>
              </a:defRPr>
            </a:lvl1pPr>
            <a:lvl2pPr marL="742950" indent="-285750" eaLnBrk="0" hangingPunct="0">
              <a:defRPr sz="4200">
                <a:solidFill>
                  <a:srgbClr val="000000"/>
                </a:solidFill>
                <a:latin typeface="Bradley Hand ITC TT-Bold" charset="0"/>
                <a:ea typeface="ヒラギノ明朝 ProN W6" charset="-128"/>
                <a:sym typeface="Bradley Hand ITC TT-Bold" charset="0"/>
              </a:defRPr>
            </a:lvl2pPr>
            <a:lvl3pPr marL="1143000" indent="-228600" eaLnBrk="0" hangingPunct="0">
              <a:defRPr sz="4200">
                <a:solidFill>
                  <a:srgbClr val="000000"/>
                </a:solidFill>
                <a:latin typeface="Bradley Hand ITC TT-Bold" charset="0"/>
                <a:ea typeface="ヒラギノ明朝 ProN W6" charset="-128"/>
                <a:sym typeface="Bradley Hand ITC TT-Bold" charset="0"/>
              </a:defRPr>
            </a:lvl3pPr>
            <a:lvl4pPr marL="1600200" indent="-228600" eaLnBrk="0" hangingPunct="0">
              <a:defRPr sz="4200">
                <a:solidFill>
                  <a:srgbClr val="000000"/>
                </a:solidFill>
                <a:latin typeface="Bradley Hand ITC TT-Bold" charset="0"/>
                <a:ea typeface="ヒラギノ明朝 ProN W6" charset="-128"/>
                <a:sym typeface="Bradley Hand ITC TT-Bold" charset="0"/>
              </a:defRPr>
            </a:lvl4pPr>
            <a:lvl5pPr marL="2057400" indent="-228600" eaLnBrk="0" hangingPunct="0">
              <a:defRPr sz="4200">
                <a:solidFill>
                  <a:srgbClr val="000000"/>
                </a:solidFill>
                <a:latin typeface="Bradley Hand ITC TT-Bold" charset="0"/>
                <a:ea typeface="ヒラギノ明朝 ProN W6" charset="-128"/>
                <a:sym typeface="Bradley Hand ITC TT-Bold" charset="0"/>
              </a:defRPr>
            </a:lvl5pPr>
            <a:lvl6pPr marL="2514600" indent="-228600" algn="ctr" eaLnBrk="0" fontAlgn="base" hangingPunct="0">
              <a:spcBef>
                <a:spcPct val="0"/>
              </a:spcBef>
              <a:spcAft>
                <a:spcPct val="0"/>
              </a:spcAft>
              <a:defRPr sz="4200">
                <a:solidFill>
                  <a:srgbClr val="000000"/>
                </a:solidFill>
                <a:latin typeface="Bradley Hand ITC TT-Bold" charset="0"/>
                <a:ea typeface="ヒラギノ明朝 ProN W6" charset="-128"/>
                <a:sym typeface="Bradley Hand ITC TT-Bold" charset="0"/>
              </a:defRPr>
            </a:lvl6pPr>
            <a:lvl7pPr marL="2971800" indent="-228600" algn="ctr" eaLnBrk="0" fontAlgn="base" hangingPunct="0">
              <a:spcBef>
                <a:spcPct val="0"/>
              </a:spcBef>
              <a:spcAft>
                <a:spcPct val="0"/>
              </a:spcAft>
              <a:defRPr sz="4200">
                <a:solidFill>
                  <a:srgbClr val="000000"/>
                </a:solidFill>
                <a:latin typeface="Bradley Hand ITC TT-Bold" charset="0"/>
                <a:ea typeface="ヒラギノ明朝 ProN W6" charset="-128"/>
                <a:sym typeface="Bradley Hand ITC TT-Bold" charset="0"/>
              </a:defRPr>
            </a:lvl7pPr>
            <a:lvl8pPr marL="3429000" indent="-228600" algn="ctr" eaLnBrk="0" fontAlgn="base" hangingPunct="0">
              <a:spcBef>
                <a:spcPct val="0"/>
              </a:spcBef>
              <a:spcAft>
                <a:spcPct val="0"/>
              </a:spcAft>
              <a:defRPr sz="4200">
                <a:solidFill>
                  <a:srgbClr val="000000"/>
                </a:solidFill>
                <a:latin typeface="Bradley Hand ITC TT-Bold" charset="0"/>
                <a:ea typeface="ヒラギノ明朝 ProN W6" charset="-128"/>
                <a:sym typeface="Bradley Hand ITC TT-Bold" charset="0"/>
              </a:defRPr>
            </a:lvl8pPr>
            <a:lvl9pPr marL="3886200" indent="-228600" algn="ctr" eaLnBrk="0" fontAlgn="base" hangingPunct="0">
              <a:spcBef>
                <a:spcPct val="0"/>
              </a:spcBef>
              <a:spcAft>
                <a:spcPct val="0"/>
              </a:spcAft>
              <a:defRPr sz="4200">
                <a:solidFill>
                  <a:srgbClr val="000000"/>
                </a:solidFill>
                <a:latin typeface="Bradley Hand ITC TT-Bold" charset="0"/>
                <a:ea typeface="ヒラギノ明朝 ProN W6" charset="-128"/>
                <a:sym typeface="Bradley Hand ITC TT-Bold" charset="0"/>
              </a:defRPr>
            </a:lvl9pPr>
          </a:lstStyle>
          <a:p>
            <a:pPr algn="r" eaLnBrk="1" fontAlgn="base" hangingPunct="1">
              <a:spcBef>
                <a:spcPct val="0"/>
              </a:spcBef>
              <a:spcAft>
                <a:spcPct val="0"/>
              </a:spcAft>
            </a:pPr>
            <a:endParaRPr lang="en-US" sz="1687"/>
          </a:p>
        </p:txBody>
      </p:sp>
      <p:sp>
        <p:nvSpPr>
          <p:cNvPr id="7" name="Rectangle 2"/>
          <p:cNvSpPr txBox="1">
            <a:spLocks noChangeArrowheads="1"/>
          </p:cNvSpPr>
          <p:nvPr/>
        </p:nvSpPr>
        <p:spPr bwMode="auto">
          <a:xfrm>
            <a:off x="2365829" y="954370"/>
            <a:ext cx="8177155" cy="482203"/>
          </a:xfrm>
          <a:prstGeom prst="rect">
            <a:avLst/>
          </a:prstGeom>
          <a:noFill/>
          <a:ln w="12700">
            <a:noFill/>
            <a:miter lim="800000"/>
            <a:headEnd/>
            <a:tailEnd/>
          </a:ln>
          <a:effectLst>
            <a:outerShdw dist="12699" dir="5400000" algn="ctr" rotWithShape="0">
              <a:schemeClr val="bg2">
                <a:alpha val="50000"/>
              </a:schemeClr>
            </a:outerShdw>
          </a:effectLst>
        </p:spPr>
        <p:txBody>
          <a:bodyPr lIns="35719" tIns="35719" rIns="35719" bIns="35719" anchor="ctr"/>
          <a:lstStyle/>
          <a:p>
            <a:pPr algn="ctr" fontAlgn="base">
              <a:spcBef>
                <a:spcPct val="0"/>
              </a:spcBef>
              <a:spcAft>
                <a:spcPct val="0"/>
              </a:spcAft>
              <a:defRPr/>
            </a:pPr>
            <a:endParaRPr lang="en-US" sz="2800" b="1" dirty="0">
              <a:solidFill>
                <a:srgbClr val="000000"/>
              </a:solidFill>
              <a:sym typeface="Bradley Hand ITC TT-Bold" charset="0"/>
            </a:endParaRPr>
          </a:p>
          <a:p>
            <a:pPr algn="ctr" fontAlgn="base">
              <a:spcBef>
                <a:spcPct val="0"/>
              </a:spcBef>
              <a:spcAft>
                <a:spcPct val="0"/>
              </a:spcAft>
              <a:defRPr/>
            </a:pPr>
            <a:r>
              <a:rPr lang="en-US" sz="2800" b="1" dirty="0">
                <a:solidFill>
                  <a:srgbClr val="000000"/>
                </a:solidFill>
                <a:sym typeface="Bradley Hand ITC TT-Bold" charset="0"/>
              </a:rPr>
              <a:t>MBEYA UNIVERSITY OF SCIENCE AND TECHNOLOGY</a:t>
            </a:r>
            <a:endParaRPr lang="en-US" sz="2800" dirty="0">
              <a:solidFill>
                <a:srgbClr val="000000"/>
              </a:solidFill>
              <a:sym typeface="Bradley Hand ITC TT-Bold" charset="0"/>
            </a:endParaRPr>
          </a:p>
        </p:txBody>
      </p:sp>
      <p:sp>
        <p:nvSpPr>
          <p:cNvPr id="8" name="Rectangle 2"/>
          <p:cNvSpPr txBox="1">
            <a:spLocks noChangeArrowheads="1"/>
          </p:cNvSpPr>
          <p:nvPr/>
        </p:nvSpPr>
        <p:spPr bwMode="auto">
          <a:xfrm>
            <a:off x="4113609" y="1500188"/>
            <a:ext cx="6429375" cy="482203"/>
          </a:xfrm>
          <a:prstGeom prst="rect">
            <a:avLst/>
          </a:prstGeom>
          <a:noFill/>
          <a:ln w="12700">
            <a:noFill/>
            <a:miter lim="800000"/>
            <a:headEnd/>
            <a:tailEnd/>
          </a:ln>
          <a:effectLst>
            <a:outerShdw dist="12699" dir="5400000" algn="ctr" rotWithShape="0">
              <a:schemeClr val="bg2">
                <a:alpha val="50000"/>
              </a:schemeClr>
            </a:outerShdw>
          </a:effectLst>
        </p:spPr>
        <p:txBody>
          <a:bodyPr lIns="35719" tIns="35719" rIns="35719" bIns="35719" anchor="ctr"/>
          <a:lstStyle/>
          <a:p>
            <a:pPr algn="ctr" fontAlgn="base">
              <a:spcBef>
                <a:spcPct val="0"/>
              </a:spcBef>
              <a:spcAft>
                <a:spcPct val="0"/>
              </a:spcAft>
              <a:defRPr/>
            </a:pPr>
            <a:r>
              <a:rPr lang="en-US" sz="2531" kern="0" dirty="0">
                <a:solidFill>
                  <a:srgbClr val="3B3B3E"/>
                </a:solidFill>
                <a:sym typeface="Stone Sans ITC TT-Semi" charset="0"/>
              </a:rPr>
              <a:t> </a:t>
            </a:r>
            <a:endParaRPr lang="en-US" sz="2531" dirty="0">
              <a:solidFill>
                <a:srgbClr val="000000"/>
              </a:solidFill>
              <a:sym typeface="Bradley Hand ITC TT-Bold" charset="0"/>
            </a:endParaRPr>
          </a:p>
          <a:p>
            <a:pPr algn="ctr" fontAlgn="base">
              <a:spcBef>
                <a:spcPct val="0"/>
              </a:spcBef>
              <a:spcAft>
                <a:spcPct val="0"/>
              </a:spcAft>
              <a:defRPr/>
            </a:pPr>
            <a:endParaRPr lang="en-US" sz="2250" dirty="0">
              <a:solidFill>
                <a:srgbClr val="000000"/>
              </a:solidFill>
              <a:sym typeface="Bradley Hand ITC TT-Bold" charset="0"/>
            </a:endParaRPr>
          </a:p>
          <a:p>
            <a:pPr algn="ctr" fontAlgn="base">
              <a:spcBef>
                <a:spcPct val="0"/>
              </a:spcBef>
              <a:spcAft>
                <a:spcPct val="0"/>
              </a:spcAft>
              <a:defRPr/>
            </a:pPr>
            <a:endParaRPr lang="en-US" sz="2531" kern="0" dirty="0">
              <a:solidFill>
                <a:srgbClr val="3B3B3E"/>
              </a:solidFill>
              <a:sym typeface="Stone Sans ITC TT-Semi" charset="0"/>
            </a:endParaRPr>
          </a:p>
        </p:txBody>
      </p:sp>
      <p:sp>
        <p:nvSpPr>
          <p:cNvPr id="10" name="Rectangle 2"/>
          <p:cNvSpPr txBox="1">
            <a:spLocks noChangeArrowheads="1"/>
          </p:cNvSpPr>
          <p:nvPr/>
        </p:nvSpPr>
        <p:spPr bwMode="auto">
          <a:xfrm>
            <a:off x="3042047" y="1858559"/>
            <a:ext cx="6429375" cy="428625"/>
          </a:xfrm>
          <a:prstGeom prst="rect">
            <a:avLst/>
          </a:prstGeom>
          <a:noFill/>
          <a:ln w="12700">
            <a:noFill/>
            <a:miter lim="800000"/>
            <a:headEnd/>
            <a:tailEnd/>
          </a:ln>
          <a:effectLst>
            <a:outerShdw dist="12699" dir="5400000" algn="ctr" rotWithShape="0">
              <a:schemeClr val="bg2">
                <a:alpha val="50000"/>
              </a:schemeClr>
            </a:outerShdw>
          </a:effectLst>
        </p:spPr>
        <p:txBody>
          <a:bodyPr lIns="35719" tIns="35719" rIns="35719" bIns="35719" anchor="ctr"/>
          <a:lstStyle/>
          <a:p>
            <a:pPr algn="ctr" fontAlgn="base">
              <a:spcBef>
                <a:spcPct val="0"/>
              </a:spcBef>
              <a:spcAft>
                <a:spcPct val="0"/>
              </a:spcAft>
              <a:defRPr/>
            </a:pPr>
            <a:r>
              <a:rPr lang="en-US" sz="2531" kern="0" dirty="0">
                <a:solidFill>
                  <a:srgbClr val="FFFFFF">
                    <a:lumMod val="50000"/>
                  </a:srgbClr>
                </a:solidFill>
                <a:sym typeface="Stone Sans ITC TT-Semi" charset="0"/>
              </a:rPr>
              <a:t> </a:t>
            </a:r>
            <a:endParaRPr lang="en-US" sz="2531" dirty="0">
              <a:solidFill>
                <a:srgbClr val="FFFFFF">
                  <a:lumMod val="50000"/>
                </a:srgbClr>
              </a:solidFill>
              <a:sym typeface="Bradley Hand ITC TT-Bold" charset="0"/>
            </a:endParaRPr>
          </a:p>
          <a:p>
            <a:pPr algn="ctr" fontAlgn="base">
              <a:spcBef>
                <a:spcPct val="0"/>
              </a:spcBef>
              <a:spcAft>
                <a:spcPct val="0"/>
              </a:spcAft>
              <a:defRPr/>
            </a:pPr>
            <a:r>
              <a:rPr lang="en-US" sz="2250" i="1" dirty="0">
                <a:solidFill>
                  <a:srgbClr val="FFFFFF">
                    <a:lumMod val="50000"/>
                  </a:srgbClr>
                </a:solidFill>
                <a:sym typeface="Bradley Hand ITC TT-Bold" charset="0"/>
              </a:rPr>
              <a:t>INSTITUTE OF SCIENCE AND TECHNOLOGY</a:t>
            </a:r>
          </a:p>
          <a:p>
            <a:pPr algn="ctr" fontAlgn="base">
              <a:spcBef>
                <a:spcPct val="0"/>
              </a:spcBef>
              <a:spcAft>
                <a:spcPct val="0"/>
              </a:spcAft>
              <a:defRPr/>
            </a:pPr>
            <a:endParaRPr lang="en-US" sz="2531" kern="0" dirty="0">
              <a:solidFill>
                <a:srgbClr val="FFFFFF">
                  <a:lumMod val="50000"/>
                </a:srgbClr>
              </a:solidFill>
              <a:sym typeface="Stone Sans ITC TT-Semi" charset="0"/>
            </a:endParaRPr>
          </a:p>
        </p:txBody>
      </p:sp>
      <p:sp>
        <p:nvSpPr>
          <p:cNvPr id="11" name="Rectangle 2"/>
          <p:cNvSpPr txBox="1">
            <a:spLocks noChangeArrowheads="1"/>
          </p:cNvSpPr>
          <p:nvPr/>
        </p:nvSpPr>
        <p:spPr bwMode="auto">
          <a:xfrm>
            <a:off x="2656115" y="2310654"/>
            <a:ext cx="7199086" cy="535782"/>
          </a:xfrm>
          <a:prstGeom prst="rect">
            <a:avLst/>
          </a:prstGeom>
          <a:noFill/>
          <a:ln w="12700">
            <a:noFill/>
            <a:miter lim="800000"/>
            <a:headEnd/>
            <a:tailEnd/>
          </a:ln>
          <a:effectLst>
            <a:outerShdw dist="12699" dir="5400000" algn="ctr" rotWithShape="0">
              <a:schemeClr val="bg2">
                <a:alpha val="50000"/>
              </a:schemeClr>
            </a:outerShdw>
          </a:effectLst>
        </p:spPr>
        <p:txBody>
          <a:bodyPr lIns="35719" tIns="35719" rIns="35719" bIns="35719" anchor="ctr"/>
          <a:lstStyle/>
          <a:p>
            <a:pPr algn="ctr" fontAlgn="base">
              <a:spcBef>
                <a:spcPct val="0"/>
              </a:spcBef>
              <a:spcAft>
                <a:spcPct val="0"/>
              </a:spcAft>
              <a:defRPr/>
            </a:pPr>
            <a:r>
              <a:rPr lang="en-US" sz="2531" kern="0" dirty="0">
                <a:solidFill>
                  <a:srgbClr val="3B3B3E"/>
                </a:solidFill>
                <a:sym typeface="Stone Sans ITC TT-Semi" charset="0"/>
              </a:rPr>
              <a:t>DEPARTMENT OF INFORMATICS</a:t>
            </a:r>
          </a:p>
        </p:txBody>
      </p:sp>
      <p:pic>
        <p:nvPicPr>
          <p:cNvPr id="12" name="Picture 11" descr="MUST_LOGO.png"/>
          <p:cNvPicPr/>
          <p:nvPr/>
        </p:nvPicPr>
        <p:blipFill>
          <a:blip r:embed="rId2" cstate="print"/>
          <a:stretch>
            <a:fillRect/>
          </a:stretch>
        </p:blipFill>
        <p:spPr>
          <a:xfrm>
            <a:off x="10091595" y="1276825"/>
            <a:ext cx="1872343" cy="1428749"/>
          </a:xfrm>
          <a:prstGeom prst="rect">
            <a:avLst/>
          </a:prstGeom>
        </p:spPr>
      </p:pic>
    </p:spTree>
    <p:extLst>
      <p:ext uri="{BB962C8B-B14F-4D97-AF65-F5344CB8AC3E}">
        <p14:creationId xmlns:p14="http://schemas.microsoft.com/office/powerpoint/2010/main" val="609237296"/>
      </p:ext>
    </p:extLst>
  </p:cSld>
  <p:clrMapOvr>
    <a:masterClrMapping/>
  </p:clrMapOv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53143" y="991195"/>
            <a:ext cx="10987314" cy="1084348"/>
          </a:xfrm>
        </p:spPr>
        <p:txBody>
          <a:bodyPr/>
          <a:lstStyle/>
          <a:p>
            <a:r>
              <a:rPr lang="en-US" b="1" i="1" dirty="0"/>
              <a:t>Object-Oriented Programming (OOP)</a:t>
            </a:r>
            <a:endParaRPr lang="en-US" dirty="0"/>
          </a:p>
        </p:txBody>
      </p:sp>
      <p:sp>
        <p:nvSpPr>
          <p:cNvPr id="3" name="Content Placeholder 2"/>
          <p:cNvSpPr>
            <a:spLocks noGrp="1"/>
          </p:cNvSpPr>
          <p:nvPr>
            <p:ph idx="1"/>
          </p:nvPr>
        </p:nvSpPr>
        <p:spPr>
          <a:xfrm>
            <a:off x="653143" y="2196703"/>
            <a:ext cx="10987314" cy="3982641"/>
          </a:xfrm>
        </p:spPr>
        <p:txBody>
          <a:bodyPr/>
          <a:lstStyle/>
          <a:p>
            <a:r>
              <a:rPr lang="en-US" b="1" i="1" dirty="0">
                <a:solidFill>
                  <a:srgbClr val="002060"/>
                </a:solidFill>
              </a:rPr>
              <a:t>What is OOP?</a:t>
            </a:r>
          </a:p>
          <a:p>
            <a:r>
              <a:rPr lang="en-US" dirty="0"/>
              <a:t>Is a programming paradigm that represents concept as “objects” that have data fields (attributes that describe the object) and associated procedures known as methods</a:t>
            </a:r>
          </a:p>
          <a:p>
            <a:r>
              <a:rPr lang="en-US" dirty="0"/>
              <a:t>In OOP languages like C++, the data and functions (procedures to manipulate the data) are bundled together as a self-contained unit called an </a:t>
            </a:r>
            <a:r>
              <a:rPr lang="en-US" b="1" dirty="0">
                <a:solidFill>
                  <a:srgbClr val="002060"/>
                </a:solidFill>
              </a:rPr>
              <a:t>object</a:t>
            </a:r>
            <a:r>
              <a:rPr lang="en-US" dirty="0"/>
              <a:t>.</a:t>
            </a:r>
          </a:p>
          <a:p>
            <a:endParaRPr lang="en-US" dirty="0"/>
          </a:p>
        </p:txBody>
      </p:sp>
    </p:spTree>
    <p:extLst>
      <p:ext uri="{BB962C8B-B14F-4D97-AF65-F5344CB8AC3E}">
        <p14:creationId xmlns:p14="http://schemas.microsoft.com/office/powerpoint/2010/main" val="2204100234"/>
      </p:ext>
    </p:extLst>
  </p:cSld>
  <p:clrMapOvr>
    <a:masterClrMapping/>
  </p:clrMapOv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082801" y="1006130"/>
            <a:ext cx="8229600" cy="837184"/>
          </a:xfrm>
        </p:spPr>
        <p:txBody>
          <a:bodyPr/>
          <a:lstStyle/>
          <a:p>
            <a:r>
              <a:rPr lang="en-US" dirty="0"/>
              <a:t>OOP cont..</a:t>
            </a:r>
          </a:p>
        </p:txBody>
      </p:sp>
      <p:sp>
        <p:nvSpPr>
          <p:cNvPr id="3" name="Content Placeholder 2"/>
          <p:cNvSpPr>
            <a:spLocks noGrp="1"/>
          </p:cNvSpPr>
          <p:nvPr>
            <p:ph idx="1"/>
          </p:nvPr>
        </p:nvSpPr>
        <p:spPr>
          <a:xfrm>
            <a:off x="348343" y="1407886"/>
            <a:ext cx="11451771" cy="5210627"/>
          </a:xfrm>
        </p:spPr>
        <p:txBody>
          <a:bodyPr/>
          <a:lstStyle/>
          <a:p>
            <a:r>
              <a:rPr lang="en-US" sz="3200" dirty="0"/>
              <a:t>In C++ programming language , class describes both the properties (data) and behaviors (functions) of the objects.</a:t>
            </a:r>
          </a:p>
          <a:p>
            <a:r>
              <a:rPr lang="en-US" sz="3200" dirty="0"/>
              <a:t>A </a:t>
            </a:r>
            <a:r>
              <a:rPr lang="en-US" sz="3200" b="1" dirty="0"/>
              <a:t>Class : </a:t>
            </a:r>
            <a:r>
              <a:rPr lang="en-US" sz="3200" dirty="0">
                <a:solidFill>
                  <a:srgbClr val="0070C0"/>
                </a:solidFill>
              </a:rPr>
              <a:t>is a way to bind the data and its associated functions together. All the elements of a class are private by default, even though elements can be declared as public or protected. An object is an instance of a class</a:t>
            </a:r>
            <a:r>
              <a:rPr lang="en-US" sz="3200" dirty="0">
                <a:solidFill>
                  <a:schemeClr val="tx2">
                    <a:lumMod val="20000"/>
                    <a:lumOff val="80000"/>
                  </a:schemeClr>
                </a:solidFill>
              </a:rPr>
              <a:t>.</a:t>
            </a:r>
          </a:p>
          <a:p>
            <a:endParaRPr lang="en-US" sz="3200" dirty="0"/>
          </a:p>
        </p:txBody>
      </p:sp>
    </p:spTree>
    <p:extLst>
      <p:ext uri="{BB962C8B-B14F-4D97-AF65-F5344CB8AC3E}">
        <p14:creationId xmlns:p14="http://schemas.microsoft.com/office/powerpoint/2010/main" val="2356322388"/>
      </p:ext>
    </p:extLst>
  </p:cSld>
  <p:clrMapOvr>
    <a:masterClrMapping/>
  </p:clrMapOvr>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58364" y="1036644"/>
            <a:ext cx="4909924" cy="5473338"/>
          </a:xfrm>
        </p:spPr>
        <p:txBody>
          <a:bodyPr anchor="t"/>
          <a:lstStyle/>
          <a:p>
            <a:pPr marL="116082" indent="0">
              <a:buNone/>
            </a:pPr>
            <a:r>
              <a:rPr lang="en-US" b="1" u="sng" dirty="0"/>
              <a:t>class </a:t>
            </a:r>
            <a:r>
              <a:rPr lang="en-US" dirty="0"/>
              <a:t>                   </a:t>
            </a:r>
            <a:r>
              <a:rPr lang="en-US" b="1" u="sng" dirty="0"/>
              <a:t>object</a:t>
            </a:r>
          </a:p>
          <a:p>
            <a:pPr marL="116082" indent="0">
              <a:buNone/>
            </a:pPr>
            <a:r>
              <a:rPr lang="en-US" dirty="0"/>
              <a:t>Fruit                      Apple</a:t>
            </a:r>
          </a:p>
          <a:p>
            <a:pPr marL="116082" indent="0">
              <a:buNone/>
            </a:pPr>
            <a:r>
              <a:rPr lang="en-US" dirty="0"/>
              <a:t>                             Banana</a:t>
            </a:r>
          </a:p>
          <a:p>
            <a:pPr marL="116082" indent="0">
              <a:buNone/>
            </a:pPr>
            <a:r>
              <a:rPr lang="en-US" dirty="0"/>
              <a:t>                             Mango</a:t>
            </a:r>
          </a:p>
          <a:p>
            <a:pPr marL="116082" indent="0">
              <a:buNone/>
            </a:pPr>
            <a:endParaRPr lang="en-US" dirty="0"/>
          </a:p>
          <a:p>
            <a:pPr marL="116082" indent="0">
              <a:buNone/>
            </a:pPr>
            <a:r>
              <a:rPr lang="en-US" dirty="0"/>
              <a:t>Car                      Volvo</a:t>
            </a:r>
          </a:p>
          <a:p>
            <a:pPr marL="116082" indent="0">
              <a:buNone/>
            </a:pPr>
            <a:r>
              <a:rPr lang="en-US" dirty="0"/>
              <a:t>                            Audi</a:t>
            </a:r>
          </a:p>
          <a:p>
            <a:pPr marL="116082" indent="0">
              <a:buNone/>
            </a:pPr>
            <a:r>
              <a:rPr lang="en-US" dirty="0"/>
              <a:t>                            Toyota</a:t>
            </a:r>
          </a:p>
          <a:p>
            <a:pPr marL="116082" indent="0">
              <a:buNone/>
            </a:pPr>
            <a:endParaRPr lang="en-US" dirty="0"/>
          </a:p>
        </p:txBody>
      </p:sp>
    </p:spTree>
    <p:extLst>
      <p:ext uri="{BB962C8B-B14F-4D97-AF65-F5344CB8AC3E}">
        <p14:creationId xmlns:p14="http://schemas.microsoft.com/office/powerpoint/2010/main" val="1544356232"/>
      </p:ext>
    </p:extLst>
  </p:cSld>
  <p:clrMapOvr>
    <a:masterClrMapping/>
  </p:clrMapOvr>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22070" y="862149"/>
            <a:ext cx="11743508" cy="5512525"/>
          </a:xfrm>
        </p:spPr>
        <p:txBody>
          <a:bodyPr anchor="t"/>
          <a:lstStyle/>
          <a:p>
            <a:pPr marL="116082" indent="0">
              <a:buNone/>
            </a:pPr>
            <a:r>
              <a:rPr lang="en-US" sz="2400" dirty="0"/>
              <a:t>Object-oriented programming has several advantages over procedural programming:</a:t>
            </a:r>
          </a:p>
          <a:p>
            <a:pPr marL="804863" lvl="1" indent="-244475"/>
            <a:r>
              <a:rPr lang="en-US" sz="2400" dirty="0"/>
              <a:t>OOP is faster and easier to execute</a:t>
            </a:r>
          </a:p>
          <a:p>
            <a:pPr marL="804863" lvl="1" indent="-244475"/>
            <a:r>
              <a:rPr lang="en-US" sz="2400" dirty="0"/>
              <a:t>OOP provides a clear structure for the programs</a:t>
            </a:r>
          </a:p>
          <a:p>
            <a:pPr marL="804863" lvl="1" indent="-244475"/>
            <a:r>
              <a:rPr lang="en-US" sz="2400" dirty="0"/>
              <a:t>OOP helps to keep the code DRY "Don't Repeat Yourself", and makes the code easier to maintain, modify and debug</a:t>
            </a:r>
          </a:p>
          <a:p>
            <a:pPr marL="804863" lvl="1" indent="-244475"/>
            <a:r>
              <a:rPr lang="en-US" sz="2400" dirty="0"/>
              <a:t>OOP makes it possible to create full reusable applications with less code and shorter development time</a:t>
            </a:r>
          </a:p>
          <a:p>
            <a:pPr marL="116082" indent="0">
              <a:buNone/>
            </a:pPr>
            <a:r>
              <a:rPr lang="en-US" dirty="0"/>
              <a:t>The "Don't Repeat Yourself" (DRY) principle is about reducing the repetition of code. You should extract out the codes that are common for the application, and place them at a single place and reuse them instead of repeating it.</a:t>
            </a:r>
            <a:endParaRPr lang="en-US" sz="2400" dirty="0"/>
          </a:p>
        </p:txBody>
      </p:sp>
    </p:spTree>
    <p:extLst>
      <p:ext uri="{BB962C8B-B14F-4D97-AF65-F5344CB8AC3E}">
        <p14:creationId xmlns:p14="http://schemas.microsoft.com/office/powerpoint/2010/main" val="1764180319"/>
      </p:ext>
    </p:extLst>
  </p:cSld>
  <p:clrMapOvr>
    <a:masterClrMapping/>
  </p:clrMapOvr>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2"/>
          <p:cNvSpPr>
            <a:spLocks noGrp="1" noChangeArrowheads="1"/>
          </p:cNvSpPr>
          <p:nvPr>
            <p:ph type="ctrTitle"/>
          </p:nvPr>
        </p:nvSpPr>
        <p:spPr/>
        <p:txBody>
          <a:bodyPr/>
          <a:lstStyle/>
          <a:p>
            <a:pPr eaLnBrk="1" hangingPunct="1"/>
            <a:r>
              <a:rPr lang="en-US" dirty="0"/>
              <a:t>C++ Programming Language</a:t>
            </a:r>
            <a:br>
              <a:rPr lang="en-US" dirty="0"/>
            </a:br>
            <a:endParaRPr lang="en-US" dirty="0"/>
          </a:p>
        </p:txBody>
      </p:sp>
      <p:sp>
        <p:nvSpPr>
          <p:cNvPr id="3075" name="Rectangle 3"/>
          <p:cNvSpPr>
            <a:spLocks noGrp="1" noChangeArrowheads="1"/>
          </p:cNvSpPr>
          <p:nvPr>
            <p:ph type="subTitle" idx="1"/>
          </p:nvPr>
        </p:nvSpPr>
        <p:spPr>
          <a:xfrm>
            <a:off x="3352800" y="3962400"/>
            <a:ext cx="6553200" cy="1752600"/>
          </a:xfrm>
        </p:spPr>
        <p:txBody>
          <a:bodyPr/>
          <a:lstStyle/>
          <a:p>
            <a:pPr eaLnBrk="1" hangingPunct="1"/>
            <a:r>
              <a:rPr lang="en-US" sz="6000" dirty="0">
                <a:solidFill>
                  <a:srgbClr val="002060"/>
                </a:solidFill>
              </a:rPr>
              <a:t>What is C++?</a:t>
            </a:r>
          </a:p>
        </p:txBody>
      </p:sp>
    </p:spTree>
    <p:extLst>
      <p:ext uri="{BB962C8B-B14F-4D97-AF65-F5344CB8AC3E}">
        <p14:creationId xmlns:p14="http://schemas.microsoft.com/office/powerpoint/2010/main" val="1346090151"/>
      </p:ext>
    </p:extLst>
  </p:cSld>
  <p:clrMapOvr>
    <a:masterClrMapping/>
  </p:clrMapOvr>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2"/>
          <p:cNvSpPr>
            <a:spLocks noGrp="1" noChangeArrowheads="1"/>
          </p:cNvSpPr>
          <p:nvPr>
            <p:ph type="title"/>
          </p:nvPr>
        </p:nvSpPr>
        <p:spPr>
          <a:xfrm>
            <a:off x="1978926" y="859809"/>
            <a:ext cx="8229600" cy="682388"/>
          </a:xfrm>
        </p:spPr>
        <p:txBody>
          <a:bodyPr/>
          <a:lstStyle/>
          <a:p>
            <a:pPr algn="ctr" eaLnBrk="1" hangingPunct="1"/>
            <a:r>
              <a:rPr lang="en-US" b="1" i="1" dirty="0">
                <a:solidFill>
                  <a:srgbClr val="0070C0"/>
                </a:solidFill>
                <a:latin typeface="Times New Roman" panose="02020603050405020304" pitchFamily="18" charset="0"/>
                <a:cs typeface="Times New Roman" panose="02020603050405020304" pitchFamily="18" charset="0"/>
              </a:rPr>
              <a:t>What is C++?</a:t>
            </a:r>
          </a:p>
        </p:txBody>
      </p:sp>
      <p:sp>
        <p:nvSpPr>
          <p:cNvPr id="4099" name="Rectangle 3"/>
          <p:cNvSpPr>
            <a:spLocks noGrp="1" noChangeArrowheads="1"/>
          </p:cNvSpPr>
          <p:nvPr>
            <p:ph type="body" idx="1"/>
          </p:nvPr>
        </p:nvSpPr>
        <p:spPr>
          <a:xfrm>
            <a:off x="177422" y="1542198"/>
            <a:ext cx="11832608" cy="5049672"/>
          </a:xfrm>
        </p:spPr>
        <p:txBody>
          <a:bodyPr anchor="t"/>
          <a:lstStyle/>
          <a:p>
            <a:pPr eaLnBrk="1" hangingPunct="1">
              <a:lnSpc>
                <a:spcPct val="80000"/>
              </a:lnSpc>
            </a:pPr>
            <a:r>
              <a:rPr lang="en-US" sz="2800" dirty="0"/>
              <a:t>C++ is a general purpose, case-sensitive, free-form programming language that supports object-oriented, procedural and generic programming.</a:t>
            </a:r>
          </a:p>
          <a:p>
            <a:pPr eaLnBrk="1" hangingPunct="1">
              <a:lnSpc>
                <a:spcPct val="80000"/>
              </a:lnSpc>
            </a:pPr>
            <a:r>
              <a:rPr lang="en-US" sz="2800" dirty="0"/>
              <a:t>C++ inherits most of C's syntax and the C preprocessor.</a:t>
            </a:r>
          </a:p>
          <a:p>
            <a:r>
              <a:rPr lang="en-US" sz="2800" dirty="0"/>
              <a:t>C++ supports the object-oriented programming, the four major pillar of object-oriented programming (OOPs) used in C++ are:</a:t>
            </a:r>
          </a:p>
          <a:p>
            <a:pPr lvl="2">
              <a:buFont typeface="Wingdings" panose="05000000000000000000" pitchFamily="2" charset="2"/>
              <a:buChar char="Ø"/>
            </a:pPr>
            <a:r>
              <a:rPr lang="en-US" sz="2800" dirty="0"/>
              <a:t>Inheritance</a:t>
            </a:r>
          </a:p>
          <a:p>
            <a:pPr lvl="2">
              <a:buFont typeface="Wingdings" panose="05000000000000000000" pitchFamily="2" charset="2"/>
              <a:buChar char="Ø"/>
            </a:pPr>
            <a:r>
              <a:rPr lang="en-US" sz="2800" dirty="0"/>
              <a:t>Polymorphism</a:t>
            </a:r>
          </a:p>
          <a:p>
            <a:pPr lvl="2">
              <a:buFont typeface="Wingdings" panose="05000000000000000000" pitchFamily="2" charset="2"/>
              <a:buChar char="Ø"/>
            </a:pPr>
            <a:r>
              <a:rPr lang="en-US" sz="2800" dirty="0"/>
              <a:t>Encapsulation</a:t>
            </a:r>
          </a:p>
          <a:p>
            <a:pPr lvl="2">
              <a:buFont typeface="Wingdings" panose="05000000000000000000" pitchFamily="2" charset="2"/>
              <a:buChar char="Ø"/>
            </a:pPr>
            <a:r>
              <a:rPr lang="en-US" sz="2800" dirty="0"/>
              <a:t>Abstraction</a:t>
            </a:r>
          </a:p>
          <a:p>
            <a:pPr marL="116082" indent="0" eaLnBrk="1" hangingPunct="1">
              <a:lnSpc>
                <a:spcPct val="80000"/>
              </a:lnSpc>
              <a:buNone/>
            </a:pPr>
            <a:r>
              <a:rPr lang="en-US" sz="2800" dirty="0"/>
              <a:t>  </a:t>
            </a:r>
          </a:p>
        </p:txBody>
      </p:sp>
    </p:spTree>
    <p:extLst>
      <p:ext uri="{BB962C8B-B14F-4D97-AF65-F5344CB8AC3E}">
        <p14:creationId xmlns:p14="http://schemas.microsoft.com/office/powerpoint/2010/main" val="2613518720"/>
      </p:ext>
    </p:extLst>
  </p:cSld>
  <p:clrMapOvr>
    <a:masterClrMapping/>
  </p:clrMapOvr>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7" name="Rectangle 3"/>
          <p:cNvSpPr>
            <a:spLocks noGrp="1" noChangeArrowheads="1"/>
          </p:cNvSpPr>
          <p:nvPr>
            <p:ph type="body" idx="1"/>
          </p:nvPr>
        </p:nvSpPr>
        <p:spPr>
          <a:xfrm>
            <a:off x="354842" y="846161"/>
            <a:ext cx="11614245" cy="5743325"/>
          </a:xfrm>
        </p:spPr>
        <p:txBody>
          <a:bodyPr anchor="t"/>
          <a:lstStyle/>
          <a:p>
            <a:pPr eaLnBrk="1" hangingPunct="1">
              <a:lnSpc>
                <a:spcPct val="90000"/>
              </a:lnSpc>
            </a:pPr>
            <a:r>
              <a:rPr lang="en-US" b="1" dirty="0">
                <a:solidFill>
                  <a:srgbClr val="0070C0"/>
                </a:solidFill>
              </a:rPr>
              <a:t>Abstraction</a:t>
            </a:r>
            <a:r>
              <a:rPr lang="en-US" b="1" dirty="0"/>
              <a:t>:</a:t>
            </a:r>
            <a:r>
              <a:rPr lang="en-US" dirty="0"/>
              <a:t> Hiding internal details and showing functionality is known as abstraction. For example: phone call, we don't know the internal processing.</a:t>
            </a:r>
            <a:endParaRPr lang="en-US" sz="2400" dirty="0"/>
          </a:p>
          <a:p>
            <a:pPr eaLnBrk="1" hangingPunct="1">
              <a:lnSpc>
                <a:spcPct val="90000"/>
              </a:lnSpc>
            </a:pPr>
            <a:r>
              <a:rPr lang="en-US" sz="2400" b="1" dirty="0">
                <a:solidFill>
                  <a:srgbClr val="0070C0"/>
                </a:solidFill>
              </a:rPr>
              <a:t>Encapsulation:</a:t>
            </a:r>
            <a:r>
              <a:rPr lang="en-US" sz="2400" dirty="0">
                <a:solidFill>
                  <a:srgbClr val="0070C0"/>
                </a:solidFill>
              </a:rPr>
              <a:t> </a:t>
            </a:r>
            <a:r>
              <a:rPr lang="en-US" sz="2400" i="1" dirty="0"/>
              <a:t>Binding (or wrapping) code and data together into a single unit is known as encapsulation. </a:t>
            </a:r>
            <a:r>
              <a:rPr lang="en-US" dirty="0"/>
              <a:t>For example: capsule, it is wrapped with different medicines.</a:t>
            </a:r>
            <a:r>
              <a:rPr lang="en-US" sz="2400" dirty="0"/>
              <a:t> </a:t>
            </a:r>
          </a:p>
          <a:p>
            <a:pPr eaLnBrk="1" hangingPunct="1">
              <a:lnSpc>
                <a:spcPct val="90000"/>
              </a:lnSpc>
            </a:pPr>
            <a:r>
              <a:rPr lang="en-US" sz="2400" b="1" dirty="0">
                <a:solidFill>
                  <a:srgbClr val="0070C0"/>
                </a:solidFill>
              </a:rPr>
              <a:t>Inheritance</a:t>
            </a:r>
            <a:r>
              <a:rPr lang="en-US" sz="2400" dirty="0">
                <a:solidFill>
                  <a:srgbClr val="0070C0"/>
                </a:solidFill>
              </a:rPr>
              <a:t>: </a:t>
            </a:r>
            <a:r>
              <a:rPr lang="en-US" i="1" dirty="0">
                <a:latin typeface="Times New Roman" panose="02020603050405020304" pitchFamily="18" charset="0"/>
                <a:cs typeface="Times New Roman" panose="02020603050405020304" pitchFamily="18" charset="0"/>
              </a:rPr>
              <a:t>When one object acquires all the properties and </a:t>
            </a:r>
            <a:r>
              <a:rPr lang="en-US" i="1" dirty="0" err="1">
                <a:latin typeface="Times New Roman" panose="02020603050405020304" pitchFamily="18" charset="0"/>
                <a:cs typeface="Times New Roman" panose="02020603050405020304" pitchFamily="18" charset="0"/>
              </a:rPr>
              <a:t>behaviours</a:t>
            </a:r>
            <a:r>
              <a:rPr lang="en-US" i="1" dirty="0">
                <a:latin typeface="Times New Roman" panose="02020603050405020304" pitchFamily="18" charset="0"/>
                <a:cs typeface="Times New Roman" panose="02020603050405020304" pitchFamily="18" charset="0"/>
              </a:rPr>
              <a:t> of parent object i.e. known as inheritance. It provides code reusability. </a:t>
            </a:r>
          </a:p>
          <a:p>
            <a:pPr eaLnBrk="1" hangingPunct="1">
              <a:lnSpc>
                <a:spcPct val="90000"/>
              </a:lnSpc>
            </a:pPr>
            <a:r>
              <a:rPr lang="en-US" sz="2400" b="1" dirty="0">
                <a:solidFill>
                  <a:srgbClr val="0070C0"/>
                </a:solidFill>
              </a:rPr>
              <a:t>Polymorphism:</a:t>
            </a:r>
            <a:r>
              <a:rPr lang="en-US" sz="2400" b="1" dirty="0"/>
              <a:t> </a:t>
            </a:r>
            <a:r>
              <a:rPr lang="en-US" dirty="0"/>
              <a:t>means many forms. It is the ability to take more than one form. It is a feature that provides a function or an operator with more than one definition.</a:t>
            </a:r>
            <a:r>
              <a:rPr lang="en-US" sz="2400" dirty="0"/>
              <a:t> </a:t>
            </a:r>
          </a:p>
          <a:p>
            <a:pPr eaLnBrk="1" hangingPunct="1">
              <a:lnSpc>
                <a:spcPct val="90000"/>
              </a:lnSpc>
            </a:pPr>
            <a:r>
              <a:rPr lang="en-US" sz="2400" b="1" dirty="0"/>
              <a:t>Objects</a:t>
            </a:r>
            <a:r>
              <a:rPr lang="en-US" sz="2400" dirty="0"/>
              <a:t> - C++ introduces object-oriented (OO) features to C. </a:t>
            </a:r>
          </a:p>
          <a:p>
            <a:pPr eaLnBrk="1" hangingPunct="1">
              <a:lnSpc>
                <a:spcPct val="90000"/>
              </a:lnSpc>
            </a:pPr>
            <a:endParaRPr lang="en-US" sz="2400" dirty="0"/>
          </a:p>
        </p:txBody>
      </p:sp>
    </p:spTree>
    <p:extLst>
      <p:ext uri="{BB962C8B-B14F-4D97-AF65-F5344CB8AC3E}">
        <p14:creationId xmlns:p14="http://schemas.microsoft.com/office/powerpoint/2010/main" val="69522105"/>
      </p:ext>
    </p:extLst>
  </p:cSld>
  <p:clrMapOvr>
    <a:masterClrMapping/>
  </p:clrMapOvr>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50218" y="798690"/>
            <a:ext cx="8691563" cy="909794"/>
          </a:xfrm>
        </p:spPr>
        <p:txBody>
          <a:bodyPr/>
          <a:lstStyle/>
          <a:p>
            <a:r>
              <a:rPr lang="en-US"/>
              <a:t>C++ Standard Libraries</a:t>
            </a:r>
            <a:endParaRPr lang="en-US" dirty="0"/>
          </a:p>
        </p:txBody>
      </p:sp>
      <p:sp>
        <p:nvSpPr>
          <p:cNvPr id="3" name="Content Placeholder 2"/>
          <p:cNvSpPr>
            <a:spLocks noGrp="1"/>
          </p:cNvSpPr>
          <p:nvPr>
            <p:ph idx="1"/>
          </p:nvPr>
        </p:nvSpPr>
        <p:spPr>
          <a:xfrm>
            <a:off x="0" y="1925053"/>
            <a:ext cx="11887199" cy="4620126"/>
          </a:xfrm>
        </p:spPr>
        <p:txBody>
          <a:bodyPr anchor="t"/>
          <a:lstStyle/>
          <a:p>
            <a:pPr marL="116082" indent="0">
              <a:buNone/>
            </a:pPr>
            <a:r>
              <a:rPr lang="en-US" dirty="0"/>
              <a:t>Standard C++ consists of three important parts – </a:t>
            </a:r>
          </a:p>
          <a:p>
            <a:pPr lvl="0"/>
            <a:r>
              <a:rPr lang="en-US" dirty="0"/>
              <a:t>The core library includes the data types, variables and literals, etc.</a:t>
            </a:r>
          </a:p>
          <a:p>
            <a:pPr lvl="0"/>
            <a:r>
              <a:rPr lang="en-US" dirty="0"/>
              <a:t>The standard library includes the set of functions manipulating strings, files, etc.</a:t>
            </a:r>
          </a:p>
          <a:p>
            <a:pPr lvl="0"/>
            <a:r>
              <a:rPr lang="en-US" dirty="0"/>
              <a:t>The Standard Template Library (STL) includes the set of methods manipulating a data structure.</a:t>
            </a:r>
          </a:p>
          <a:p>
            <a:endParaRPr lang="en-US" dirty="0"/>
          </a:p>
        </p:txBody>
      </p:sp>
    </p:spTree>
    <p:extLst>
      <p:ext uri="{BB962C8B-B14F-4D97-AF65-F5344CB8AC3E}">
        <p14:creationId xmlns:p14="http://schemas.microsoft.com/office/powerpoint/2010/main" val="1067968899"/>
      </p:ext>
    </p:extLst>
  </p:cSld>
  <p:clrMapOvr>
    <a:masterClrMapping/>
  </p:clrMapOvr>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50219" y="938463"/>
            <a:ext cx="8691563" cy="818148"/>
          </a:xfrm>
        </p:spPr>
        <p:txBody>
          <a:bodyPr/>
          <a:lstStyle/>
          <a:p>
            <a:pPr algn="ctr"/>
            <a:r>
              <a:rPr lang="en-US"/>
              <a:t>Learning C++</a:t>
            </a:r>
            <a:endParaRPr lang="en-US" b="1" dirty="0"/>
          </a:p>
        </p:txBody>
      </p:sp>
      <p:sp>
        <p:nvSpPr>
          <p:cNvPr id="3" name="Content Placeholder 2"/>
          <p:cNvSpPr>
            <a:spLocks noGrp="1"/>
          </p:cNvSpPr>
          <p:nvPr>
            <p:ph idx="1"/>
          </p:nvPr>
        </p:nvSpPr>
        <p:spPr>
          <a:xfrm>
            <a:off x="168442" y="1973179"/>
            <a:ext cx="11766884" cy="4644189"/>
          </a:xfrm>
        </p:spPr>
        <p:txBody>
          <a:bodyPr anchor="t"/>
          <a:lstStyle/>
          <a:p>
            <a:r>
              <a:rPr lang="en-US" dirty="0"/>
              <a:t>The most important thing while learning C++ is to focus on concepts.</a:t>
            </a:r>
          </a:p>
          <a:p>
            <a:r>
              <a:rPr lang="en-US" dirty="0"/>
              <a:t>The purpose of learning a programming language is to become a better programmer; that is, to become more effective at designing and implementing new systems and at maintaining old ones.</a:t>
            </a:r>
          </a:p>
          <a:p>
            <a:r>
              <a:rPr lang="en-US" dirty="0"/>
              <a:t>C++ supports a variety of programming styles. You can write in the style of Fortran, C, Smalltalk, etc., in any language. Each style can achieve its aims effectively while maintaining runtime and space efficiency.</a:t>
            </a:r>
          </a:p>
          <a:p>
            <a:endParaRPr lang="en-US" dirty="0"/>
          </a:p>
        </p:txBody>
      </p:sp>
    </p:spTree>
    <p:extLst>
      <p:ext uri="{BB962C8B-B14F-4D97-AF65-F5344CB8AC3E}">
        <p14:creationId xmlns:p14="http://schemas.microsoft.com/office/powerpoint/2010/main" val="798824921"/>
      </p:ext>
    </p:extLst>
  </p:cSld>
  <p:clrMapOvr>
    <a:masterClrMapping/>
  </p:clrMapOvr>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61686" y="794084"/>
            <a:ext cx="8691563" cy="680724"/>
          </a:xfrm>
        </p:spPr>
        <p:txBody>
          <a:bodyPr/>
          <a:lstStyle/>
          <a:p>
            <a:pPr algn="ctr"/>
            <a:r>
              <a:rPr lang="en-US" sz="4000" dirty="0"/>
              <a:t>Use of C++</a:t>
            </a:r>
            <a:endParaRPr lang="en-US" sz="4000" b="1" dirty="0"/>
          </a:p>
        </p:txBody>
      </p:sp>
      <p:sp>
        <p:nvSpPr>
          <p:cNvPr id="3" name="Content Placeholder 2"/>
          <p:cNvSpPr>
            <a:spLocks noGrp="1"/>
          </p:cNvSpPr>
          <p:nvPr>
            <p:ph idx="1"/>
          </p:nvPr>
        </p:nvSpPr>
        <p:spPr>
          <a:xfrm>
            <a:off x="240632" y="1474808"/>
            <a:ext cx="11766884" cy="5142560"/>
          </a:xfrm>
        </p:spPr>
        <p:txBody>
          <a:bodyPr anchor="t"/>
          <a:lstStyle/>
          <a:p>
            <a:r>
              <a:rPr lang="en-US" dirty="0"/>
              <a:t>C++ is used by hundreds of thousands of programmers in essentially every application domain.</a:t>
            </a:r>
          </a:p>
          <a:p>
            <a:r>
              <a:rPr lang="en-US" dirty="0"/>
              <a:t>C++ is being highly used to write device drivers and other software that rely on direct manipulation of hardware under real-time constraints.</a:t>
            </a:r>
          </a:p>
          <a:p>
            <a:r>
              <a:rPr lang="en-US" dirty="0"/>
              <a:t>C++ is widely used for teaching and research because it is clean enough for successful teaching of basic concepts.</a:t>
            </a:r>
          </a:p>
          <a:p>
            <a:r>
              <a:rPr lang="en-US" dirty="0"/>
              <a:t>Anyone who has used either an Apple Macintosh or a PC running Windows has indirectly used C++ because the primary user interfaces of these systems are written in C++</a:t>
            </a:r>
          </a:p>
        </p:txBody>
      </p:sp>
    </p:spTree>
    <p:extLst>
      <p:ext uri="{BB962C8B-B14F-4D97-AF65-F5344CB8AC3E}">
        <p14:creationId xmlns:p14="http://schemas.microsoft.com/office/powerpoint/2010/main" val="2099452027"/>
      </p:ext>
    </p:extLst>
  </p:cSld>
  <p:clrMapOvr>
    <a:masterClrMapping/>
  </p:clrMapOvr>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063040" y="798690"/>
            <a:ext cx="8691563" cy="1057406"/>
          </a:xfrm>
        </p:spPr>
        <p:txBody>
          <a:bodyPr/>
          <a:lstStyle/>
          <a:p>
            <a:r>
              <a:rPr lang="en-US" dirty="0"/>
              <a:t>C++ Basic Syntax</a:t>
            </a:r>
          </a:p>
        </p:txBody>
      </p:sp>
      <p:sp>
        <p:nvSpPr>
          <p:cNvPr id="3" name="Content Placeholder 2"/>
          <p:cNvSpPr>
            <a:spLocks noGrp="1"/>
          </p:cNvSpPr>
          <p:nvPr>
            <p:ph idx="1"/>
          </p:nvPr>
        </p:nvSpPr>
        <p:spPr>
          <a:xfrm>
            <a:off x="272955" y="1856096"/>
            <a:ext cx="11559654" cy="4323249"/>
          </a:xfrm>
        </p:spPr>
        <p:txBody>
          <a:bodyPr anchor="t"/>
          <a:lstStyle/>
          <a:p>
            <a:r>
              <a:rPr lang="en-US" dirty="0"/>
              <a:t>When we consider a C++ program, it can be defined as a collection of objects that communicate via invoking each other's methods. Let us now briefly look into what a class, object, methods, and instant variables mean.</a:t>
            </a:r>
          </a:p>
          <a:p>
            <a:pPr lvl="0"/>
            <a:r>
              <a:rPr lang="en-US" b="1" dirty="0"/>
              <a:t>Object</a:t>
            </a:r>
            <a:r>
              <a:rPr lang="en-US" dirty="0"/>
              <a:t> − Objects have states and behaviors. Example: A dog has states - color, name, breed as well as behaviors - wagging, barking, eating. An object is an instance of a class.</a:t>
            </a:r>
          </a:p>
        </p:txBody>
      </p:sp>
    </p:spTree>
    <p:extLst>
      <p:ext uri="{BB962C8B-B14F-4D97-AF65-F5344CB8AC3E}">
        <p14:creationId xmlns:p14="http://schemas.microsoft.com/office/powerpoint/2010/main" val="1063720303"/>
      </p:ext>
    </p:extLst>
  </p:cSld>
  <p:clrMapOvr>
    <a:masterClrMapping/>
  </p:clrMapOvr>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64695" y="962526"/>
            <a:ext cx="11718758" cy="5606715"/>
          </a:xfrm>
        </p:spPr>
        <p:txBody>
          <a:bodyPr anchor="t"/>
          <a:lstStyle/>
          <a:p>
            <a:pPr lvl="0"/>
            <a:r>
              <a:rPr lang="en-US" b="1" dirty="0"/>
              <a:t>Class</a:t>
            </a:r>
            <a:r>
              <a:rPr lang="en-US" dirty="0"/>
              <a:t> − A class can be defined as a template/blueprint that describes the behaviors/states that object of its type support.</a:t>
            </a:r>
          </a:p>
          <a:p>
            <a:pPr lvl="0"/>
            <a:r>
              <a:rPr lang="en-US" b="1" dirty="0"/>
              <a:t>Methods</a:t>
            </a:r>
            <a:r>
              <a:rPr lang="en-US" dirty="0"/>
              <a:t> − A method is basically a behavior. A class can contain many methods. It is in methods where the logics are written, data is manipulated and all the actions are executed.</a:t>
            </a:r>
          </a:p>
          <a:p>
            <a:pPr lvl="0"/>
            <a:r>
              <a:rPr lang="en-US" b="1" dirty="0"/>
              <a:t>Instance Variables</a:t>
            </a:r>
            <a:r>
              <a:rPr lang="en-US" dirty="0"/>
              <a:t> − Each object has its unique set of instance variables. An object's state is created by the values assigned to these instance variables.</a:t>
            </a:r>
          </a:p>
          <a:p>
            <a:endParaRPr lang="en-US" dirty="0"/>
          </a:p>
        </p:txBody>
      </p:sp>
    </p:spTree>
    <p:extLst>
      <p:ext uri="{BB962C8B-B14F-4D97-AF65-F5344CB8AC3E}">
        <p14:creationId xmlns:p14="http://schemas.microsoft.com/office/powerpoint/2010/main" val="1280832337"/>
      </p:ext>
    </p:extLst>
  </p:cSld>
  <p:clrMapOvr>
    <a:masterClrMapping/>
  </p:clrMapOvr>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p:cNvSpPr>
            <a:spLocks noGrp="1" noChangeArrowheads="1"/>
          </p:cNvSpPr>
          <p:nvPr>
            <p:ph type="title"/>
          </p:nvPr>
        </p:nvSpPr>
        <p:spPr>
          <a:xfrm>
            <a:off x="1769269" y="861085"/>
            <a:ext cx="8229600" cy="703028"/>
          </a:xfrm>
        </p:spPr>
        <p:txBody>
          <a:bodyPr/>
          <a:lstStyle/>
          <a:p>
            <a:pPr eaLnBrk="1" hangingPunct="1"/>
            <a:r>
              <a:rPr lang="en-US" sz="4000" b="1" dirty="0"/>
              <a:t>Structure of a program</a:t>
            </a:r>
          </a:p>
        </p:txBody>
      </p:sp>
      <p:sp>
        <p:nvSpPr>
          <p:cNvPr id="2" name="TextBox 1"/>
          <p:cNvSpPr txBox="1"/>
          <p:nvPr/>
        </p:nvSpPr>
        <p:spPr>
          <a:xfrm>
            <a:off x="1443788" y="1588176"/>
            <a:ext cx="9312443" cy="5016758"/>
          </a:xfrm>
          <a:prstGeom prst="rect">
            <a:avLst/>
          </a:prstGeom>
          <a:noFill/>
        </p:spPr>
        <p:txBody>
          <a:bodyPr wrap="square" rtlCol="0">
            <a:spAutoFit/>
          </a:bodyPr>
          <a:lstStyle/>
          <a:p>
            <a:r>
              <a:rPr lang="en-US" sz="3200" b="1" dirty="0">
                <a:solidFill>
                  <a:srgbClr val="002060"/>
                </a:solidFill>
              </a:rPr>
              <a:t>// my first program in C++ </a:t>
            </a:r>
          </a:p>
          <a:p>
            <a:r>
              <a:rPr lang="en-US" sz="3200" dirty="0"/>
              <a:t>#include &lt;</a:t>
            </a:r>
            <a:r>
              <a:rPr lang="en-US" sz="3200" dirty="0" err="1"/>
              <a:t>iostream</a:t>
            </a:r>
            <a:r>
              <a:rPr lang="en-US" sz="3200" dirty="0"/>
              <a:t>&gt;</a:t>
            </a:r>
          </a:p>
          <a:p>
            <a:r>
              <a:rPr lang="en-US" sz="3200" dirty="0"/>
              <a:t>using namespace </a:t>
            </a:r>
            <a:r>
              <a:rPr lang="en-US" sz="3200" dirty="0" err="1"/>
              <a:t>std</a:t>
            </a:r>
            <a:r>
              <a:rPr lang="en-US" sz="3200" dirty="0"/>
              <a:t>;</a:t>
            </a:r>
          </a:p>
          <a:p>
            <a:r>
              <a:rPr lang="en-US" sz="3200" dirty="0"/>
              <a:t> // main() is where program execution begins.</a:t>
            </a:r>
          </a:p>
          <a:p>
            <a:r>
              <a:rPr lang="en-US" sz="3200" dirty="0"/>
              <a:t>  </a:t>
            </a:r>
            <a:r>
              <a:rPr lang="en-US" sz="3200" dirty="0" err="1"/>
              <a:t>int</a:t>
            </a:r>
            <a:r>
              <a:rPr lang="en-US" sz="3200" dirty="0"/>
              <a:t> main()</a:t>
            </a:r>
          </a:p>
          <a:p>
            <a:r>
              <a:rPr lang="en-US" sz="3200" dirty="0"/>
              <a:t>    {</a:t>
            </a:r>
          </a:p>
          <a:p>
            <a:r>
              <a:rPr lang="en-US" sz="3200" dirty="0"/>
              <a:t>     </a:t>
            </a:r>
            <a:r>
              <a:rPr lang="en-US" sz="3200" dirty="0" err="1"/>
              <a:t>cout</a:t>
            </a:r>
            <a:r>
              <a:rPr lang="en-US" sz="3200" dirty="0"/>
              <a:t> &lt;&lt; "Hello World"; // prints Hello World</a:t>
            </a:r>
          </a:p>
          <a:p>
            <a:r>
              <a:rPr lang="en-US" sz="3200" dirty="0"/>
              <a:t>     return 0;</a:t>
            </a:r>
          </a:p>
          <a:p>
            <a:r>
              <a:rPr lang="en-US" sz="3200" dirty="0"/>
              <a:t>     }</a:t>
            </a:r>
          </a:p>
          <a:p>
            <a:endParaRPr lang="en-US" sz="3200" dirty="0"/>
          </a:p>
        </p:txBody>
      </p:sp>
    </p:spTree>
    <p:extLst>
      <p:ext uri="{BB962C8B-B14F-4D97-AF65-F5344CB8AC3E}">
        <p14:creationId xmlns:p14="http://schemas.microsoft.com/office/powerpoint/2010/main" val="2259541715"/>
      </p:ext>
    </p:extLst>
  </p:cSld>
  <p:clrMapOvr>
    <a:masterClrMapping/>
  </p:clrMapOvr>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854200" y="1014414"/>
            <a:ext cx="8229600" cy="712787"/>
          </a:xfrm>
        </p:spPr>
        <p:txBody>
          <a:bodyPr/>
          <a:lstStyle/>
          <a:p>
            <a:r>
              <a:rPr lang="en-US" b="1" dirty="0"/>
              <a:t>Structure of a program</a:t>
            </a:r>
            <a:endParaRPr lang="en-US" dirty="0"/>
          </a:p>
        </p:txBody>
      </p:sp>
      <p:sp>
        <p:nvSpPr>
          <p:cNvPr id="3" name="Content Placeholder 2"/>
          <p:cNvSpPr>
            <a:spLocks noGrp="1"/>
          </p:cNvSpPr>
          <p:nvPr>
            <p:ph idx="1"/>
          </p:nvPr>
        </p:nvSpPr>
        <p:spPr>
          <a:xfrm>
            <a:off x="245661" y="2047164"/>
            <a:ext cx="11737074" cy="4531058"/>
          </a:xfrm>
        </p:spPr>
        <p:txBody>
          <a:bodyPr/>
          <a:lstStyle/>
          <a:p>
            <a:pPr marL="0" indent="0" eaLnBrk="1" hangingPunct="1">
              <a:buNone/>
            </a:pPr>
            <a:r>
              <a:rPr lang="en-US" sz="3200" b="1" dirty="0">
                <a:solidFill>
                  <a:srgbClr val="002060"/>
                </a:solidFill>
              </a:rPr>
              <a:t>// my first program in C++ </a:t>
            </a:r>
          </a:p>
          <a:p>
            <a:pPr lvl="1" eaLnBrk="1" hangingPunct="1"/>
            <a:r>
              <a:rPr lang="en-US" sz="3200" dirty="0"/>
              <a:t>This is a comment line. All lines beginning with two slash signs (//) are considered comments and do not have any effect on the behavior of the program. The programmer can use them to include short explanations or observations within the source code itself. In this case, the line is a brief description of what our program is. </a:t>
            </a:r>
          </a:p>
          <a:p>
            <a:endParaRPr lang="en-US" sz="3200" dirty="0"/>
          </a:p>
        </p:txBody>
      </p:sp>
    </p:spTree>
    <p:extLst>
      <p:ext uri="{BB962C8B-B14F-4D97-AF65-F5344CB8AC3E}">
        <p14:creationId xmlns:p14="http://schemas.microsoft.com/office/powerpoint/2010/main" val="2895346382"/>
      </p:ext>
    </p:extLst>
  </p:cSld>
  <p:clrMapOvr>
    <a:masterClrMapping/>
  </p:clrMapOvr>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Comments</a:t>
            </a:r>
            <a:endParaRPr lang="en-US" dirty="0"/>
          </a:p>
        </p:txBody>
      </p:sp>
      <p:sp>
        <p:nvSpPr>
          <p:cNvPr id="3" name="Content Placeholder 2"/>
          <p:cNvSpPr>
            <a:spLocks noGrp="1"/>
          </p:cNvSpPr>
          <p:nvPr>
            <p:ph idx="1"/>
          </p:nvPr>
        </p:nvSpPr>
        <p:spPr>
          <a:xfrm>
            <a:off x="558800" y="2196703"/>
            <a:ext cx="10998199" cy="3982641"/>
          </a:xfrm>
        </p:spPr>
        <p:txBody>
          <a:bodyPr/>
          <a:lstStyle/>
          <a:p>
            <a:pPr algn="just" eaLnBrk="1" hangingPunct="1"/>
            <a:r>
              <a:rPr lang="en-US" sz="3200" dirty="0"/>
              <a:t>Comments are simply text that is ignored by the compiler, but that may inform the reader of what you are doing at any particular point in your program. </a:t>
            </a:r>
          </a:p>
          <a:p>
            <a:pPr algn="just" eaLnBrk="1" hangingPunct="1"/>
            <a:r>
              <a:rPr lang="en-US" dirty="0"/>
              <a:t>C++ comments come in two flavors: </a:t>
            </a:r>
          </a:p>
          <a:p>
            <a:pPr marL="1371600" indent="-454025" algn="just" eaLnBrk="1" hangingPunct="1">
              <a:buFont typeface="Wingdings" panose="05000000000000000000" pitchFamily="2" charset="2"/>
              <a:buChar char="ü"/>
            </a:pPr>
            <a:r>
              <a:rPr lang="en-US" dirty="0"/>
              <a:t>the </a:t>
            </a:r>
            <a:r>
              <a:rPr lang="en-US" b="1" i="1" dirty="0">
                <a:solidFill>
                  <a:schemeClr val="accent1">
                    <a:lumMod val="50000"/>
                  </a:schemeClr>
                </a:solidFill>
              </a:rPr>
              <a:t>double-slash (//) </a:t>
            </a:r>
            <a:r>
              <a:rPr lang="en-US" dirty="0"/>
              <a:t>comment, and </a:t>
            </a:r>
          </a:p>
          <a:p>
            <a:pPr marL="1371600" indent="-454025" algn="just" eaLnBrk="1" hangingPunct="1">
              <a:buFont typeface="Wingdings" panose="05000000000000000000" pitchFamily="2" charset="2"/>
              <a:buChar char="ü"/>
            </a:pPr>
            <a:r>
              <a:rPr lang="en-US" dirty="0"/>
              <a:t>the </a:t>
            </a:r>
            <a:r>
              <a:rPr lang="en-US" b="1" i="1" dirty="0">
                <a:solidFill>
                  <a:schemeClr val="accent1">
                    <a:lumMod val="50000"/>
                  </a:schemeClr>
                </a:solidFill>
              </a:rPr>
              <a:t>slash-star (/*) </a:t>
            </a:r>
            <a:r>
              <a:rPr lang="en-US" dirty="0"/>
              <a:t>comment. </a:t>
            </a:r>
          </a:p>
          <a:p>
            <a:endParaRPr lang="en-US" dirty="0"/>
          </a:p>
        </p:txBody>
      </p:sp>
    </p:spTree>
    <p:extLst>
      <p:ext uri="{BB962C8B-B14F-4D97-AF65-F5344CB8AC3E}">
        <p14:creationId xmlns:p14="http://schemas.microsoft.com/office/powerpoint/2010/main" val="2563178213"/>
      </p:ext>
    </p:extLst>
  </p:cSld>
  <p:clrMapOvr>
    <a:masterClrMapping/>
  </p:clrMapOvr>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50219" y="820271"/>
            <a:ext cx="8691563" cy="806823"/>
          </a:xfrm>
        </p:spPr>
        <p:txBody>
          <a:bodyPr/>
          <a:lstStyle/>
          <a:p>
            <a:pPr algn="ctr"/>
            <a:r>
              <a:rPr lang="en-US" dirty="0"/>
              <a:t>Comments </a:t>
            </a:r>
            <a:r>
              <a:rPr lang="en-US" dirty="0" err="1"/>
              <a:t>cont</a:t>
            </a:r>
            <a:r>
              <a:rPr lang="en-US" dirty="0"/>
              <a:t>…</a:t>
            </a:r>
          </a:p>
        </p:txBody>
      </p:sp>
      <p:sp>
        <p:nvSpPr>
          <p:cNvPr id="3" name="Content Placeholder 2"/>
          <p:cNvSpPr>
            <a:spLocks noGrp="1"/>
          </p:cNvSpPr>
          <p:nvPr>
            <p:ph idx="1"/>
          </p:nvPr>
        </p:nvSpPr>
        <p:spPr>
          <a:xfrm>
            <a:off x="355600" y="1788459"/>
            <a:ext cx="11557000" cy="4739341"/>
          </a:xfrm>
        </p:spPr>
        <p:txBody>
          <a:bodyPr/>
          <a:lstStyle/>
          <a:p>
            <a:pPr algn="just" eaLnBrk="1" hangingPunct="1"/>
            <a:r>
              <a:rPr lang="en-US" dirty="0"/>
              <a:t>The </a:t>
            </a:r>
            <a:r>
              <a:rPr lang="en-US" b="1" i="1" dirty="0">
                <a:solidFill>
                  <a:schemeClr val="accent1">
                    <a:lumMod val="50000"/>
                  </a:schemeClr>
                </a:solidFill>
              </a:rPr>
              <a:t>double-slash </a:t>
            </a:r>
            <a:r>
              <a:rPr lang="en-US" dirty="0"/>
              <a:t>comment, which will be referred to as a C++-style comment, tells the compiler to ignore everything that follows this comment, until the end of the line.</a:t>
            </a:r>
          </a:p>
          <a:p>
            <a:pPr algn="just" eaLnBrk="1" hangingPunct="1"/>
            <a:r>
              <a:rPr lang="en-US" dirty="0"/>
              <a:t>The </a:t>
            </a:r>
            <a:r>
              <a:rPr lang="en-US" b="1" i="1" dirty="0">
                <a:solidFill>
                  <a:schemeClr val="accent1">
                    <a:lumMod val="50000"/>
                  </a:schemeClr>
                </a:solidFill>
              </a:rPr>
              <a:t>slash-star</a:t>
            </a:r>
            <a:r>
              <a:rPr lang="en-US" dirty="0"/>
              <a:t> comment mark tells the compiler to ignore everything that follows until it finds a star-slash (*/) comment mark.</a:t>
            </a:r>
          </a:p>
          <a:p>
            <a:pPr algn="just" eaLnBrk="1" hangingPunct="1"/>
            <a:r>
              <a:rPr lang="en-US" dirty="0"/>
              <a:t>These marks will be referred to as C-style comments. </a:t>
            </a:r>
            <a:r>
              <a:rPr lang="en-US" b="1" i="1" dirty="0"/>
              <a:t>Every /* must be matched with a closing */.</a:t>
            </a:r>
          </a:p>
          <a:p>
            <a:endParaRPr lang="en-US" dirty="0"/>
          </a:p>
        </p:txBody>
      </p:sp>
    </p:spTree>
    <p:extLst>
      <p:ext uri="{BB962C8B-B14F-4D97-AF65-F5344CB8AC3E}">
        <p14:creationId xmlns:p14="http://schemas.microsoft.com/office/powerpoint/2010/main" val="3312954453"/>
      </p:ext>
    </p:extLst>
  </p:cSld>
  <p:clrMapOvr>
    <a:masterClrMapping/>
  </p:clrMapOvr>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68071" y="847164"/>
            <a:ext cx="8229600" cy="618565"/>
          </a:xfrm>
        </p:spPr>
        <p:txBody>
          <a:bodyPr/>
          <a:lstStyle/>
          <a:p>
            <a:pPr algn="ctr"/>
            <a:r>
              <a:rPr lang="en-US" b="1" dirty="0"/>
              <a:t>Structure of a program</a:t>
            </a:r>
            <a:endParaRPr lang="en-US" dirty="0"/>
          </a:p>
        </p:txBody>
      </p:sp>
      <p:sp>
        <p:nvSpPr>
          <p:cNvPr id="3" name="Content Placeholder 2"/>
          <p:cNvSpPr>
            <a:spLocks noGrp="1"/>
          </p:cNvSpPr>
          <p:nvPr>
            <p:ph idx="1"/>
          </p:nvPr>
        </p:nvSpPr>
        <p:spPr>
          <a:xfrm>
            <a:off x="406400" y="1465729"/>
            <a:ext cx="11582400" cy="5112871"/>
          </a:xfrm>
        </p:spPr>
        <p:txBody>
          <a:bodyPr anchor="t"/>
          <a:lstStyle/>
          <a:p>
            <a:pPr marL="0" indent="0" eaLnBrk="1" hangingPunct="1">
              <a:buNone/>
            </a:pPr>
            <a:r>
              <a:rPr lang="en-US" b="1" dirty="0">
                <a:solidFill>
                  <a:srgbClr val="002060"/>
                </a:solidFill>
              </a:rPr>
              <a:t>#include &lt;iostream&gt; </a:t>
            </a:r>
          </a:p>
          <a:p>
            <a:pPr marL="457200" indent="-457200" eaLnBrk="1" hangingPunct="1"/>
            <a:r>
              <a:rPr lang="en-US" sz="2900" dirty="0"/>
              <a:t>Lines beginning with a hash sign (#) are directives for the preprocessor. </a:t>
            </a:r>
            <a:r>
              <a:rPr lang="en-US" sz="2900" b="1" dirty="0"/>
              <a:t>Preprocessor</a:t>
            </a:r>
            <a:r>
              <a:rPr lang="en-US" sz="2900" dirty="0"/>
              <a:t> is part of the compiler that processes a preprocessor directives before the main compilation takes place</a:t>
            </a:r>
            <a:endParaRPr lang="en-GB" sz="2900" dirty="0"/>
          </a:p>
          <a:p>
            <a:pPr marL="457200" indent="-457200" eaLnBrk="1" hangingPunct="1"/>
            <a:r>
              <a:rPr lang="en-US" sz="2900" dirty="0"/>
              <a:t>They are not regular code lines with expressions but indications for the compiler's preprocessor. In this case the directive #include &lt;iostream&gt; tells the preprocessor to include the iostream standard file. This specific file (iostream) includes the declarations of the basic standard input-output library in C++. </a:t>
            </a:r>
            <a:endParaRPr lang="en-US" sz="2900" b="1" dirty="0"/>
          </a:p>
          <a:p>
            <a:endParaRPr lang="en-US" dirty="0"/>
          </a:p>
        </p:txBody>
      </p:sp>
    </p:spTree>
    <p:extLst>
      <p:ext uri="{BB962C8B-B14F-4D97-AF65-F5344CB8AC3E}">
        <p14:creationId xmlns:p14="http://schemas.microsoft.com/office/powerpoint/2010/main" val="238383527"/>
      </p:ext>
    </p:extLst>
  </p:cSld>
  <p:clrMapOvr>
    <a:masterClrMapping/>
  </p:clrMapOvr>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30400" y="1014413"/>
            <a:ext cx="8229600" cy="788987"/>
          </a:xfrm>
        </p:spPr>
        <p:txBody>
          <a:bodyPr/>
          <a:lstStyle/>
          <a:p>
            <a:r>
              <a:rPr lang="en-US" b="1" dirty="0"/>
              <a:t>Structure of a program</a:t>
            </a:r>
            <a:endParaRPr lang="en-US" dirty="0"/>
          </a:p>
        </p:txBody>
      </p:sp>
      <p:sp>
        <p:nvSpPr>
          <p:cNvPr id="3" name="Content Placeholder 2"/>
          <p:cNvSpPr>
            <a:spLocks noGrp="1"/>
          </p:cNvSpPr>
          <p:nvPr>
            <p:ph idx="1"/>
          </p:nvPr>
        </p:nvSpPr>
        <p:spPr>
          <a:xfrm>
            <a:off x="279400" y="1803400"/>
            <a:ext cx="11531600" cy="4597400"/>
          </a:xfrm>
        </p:spPr>
        <p:txBody>
          <a:bodyPr anchor="t"/>
          <a:lstStyle/>
          <a:p>
            <a:pPr marL="0" indent="0" eaLnBrk="1" hangingPunct="1">
              <a:buNone/>
            </a:pPr>
            <a:r>
              <a:rPr lang="en-US" sz="3200" b="1" dirty="0">
                <a:solidFill>
                  <a:srgbClr val="002060"/>
                </a:solidFill>
              </a:rPr>
              <a:t>using namespace std; </a:t>
            </a:r>
          </a:p>
          <a:p>
            <a:pPr marL="0" indent="0" eaLnBrk="1" hangingPunct="1">
              <a:buNone/>
            </a:pPr>
            <a:r>
              <a:rPr lang="en-US" sz="3200" dirty="0">
                <a:latin typeface="Times New Roman" panose="02020603050405020304" pitchFamily="18" charset="0"/>
                <a:cs typeface="Times New Roman" panose="02020603050405020304" pitchFamily="18" charset="0"/>
              </a:rPr>
              <a:t>All the elements of the standard C++ library are declared within what is called a namespace, the namespace with the name </a:t>
            </a:r>
            <a:r>
              <a:rPr lang="en-US" sz="3200" i="1" dirty="0">
                <a:latin typeface="Times New Roman" panose="02020603050405020304" pitchFamily="18" charset="0"/>
                <a:cs typeface="Times New Roman" panose="02020603050405020304" pitchFamily="18" charset="0"/>
              </a:rPr>
              <a:t>std</a:t>
            </a:r>
            <a:r>
              <a:rPr lang="en-US" sz="3200" dirty="0">
                <a:latin typeface="Times New Roman" panose="02020603050405020304" pitchFamily="18" charset="0"/>
                <a:cs typeface="Times New Roman" panose="02020603050405020304" pitchFamily="18" charset="0"/>
              </a:rPr>
              <a:t>. So in order to access its functionality we declare with this expression that we will be using these entities. This line is very frequent in C++ programs that use the standard library, and in fact it will be included in most of the source codes.</a:t>
            </a:r>
          </a:p>
          <a:p>
            <a:endParaRPr lang="en-US" sz="3200" dirty="0"/>
          </a:p>
        </p:txBody>
      </p:sp>
    </p:spTree>
    <p:extLst>
      <p:ext uri="{BB962C8B-B14F-4D97-AF65-F5344CB8AC3E}">
        <p14:creationId xmlns:p14="http://schemas.microsoft.com/office/powerpoint/2010/main" val="4087904703"/>
      </p:ext>
    </p:extLst>
  </p:cSld>
  <p:clrMapOvr>
    <a:masterClrMapping/>
  </p:clrMapOvr>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81200" y="889000"/>
            <a:ext cx="8229600" cy="533400"/>
          </a:xfrm>
        </p:spPr>
        <p:txBody>
          <a:bodyPr/>
          <a:lstStyle/>
          <a:p>
            <a:r>
              <a:rPr lang="en-US" sz="4000" b="1" dirty="0"/>
              <a:t>Structure of a program</a:t>
            </a:r>
          </a:p>
        </p:txBody>
      </p:sp>
      <p:sp>
        <p:nvSpPr>
          <p:cNvPr id="3" name="Content Placeholder 2"/>
          <p:cNvSpPr>
            <a:spLocks noGrp="1"/>
          </p:cNvSpPr>
          <p:nvPr>
            <p:ph idx="1"/>
          </p:nvPr>
        </p:nvSpPr>
        <p:spPr>
          <a:xfrm>
            <a:off x="355600" y="1422400"/>
            <a:ext cx="11480800" cy="4978402"/>
          </a:xfrm>
        </p:spPr>
        <p:txBody>
          <a:bodyPr/>
          <a:lstStyle/>
          <a:p>
            <a:pPr marL="0" indent="0">
              <a:buNone/>
            </a:pPr>
            <a:r>
              <a:rPr lang="en-US" sz="2800" b="1" dirty="0">
                <a:solidFill>
                  <a:srgbClr val="002060"/>
                </a:solidFill>
              </a:rPr>
              <a:t>int main( )</a:t>
            </a:r>
          </a:p>
          <a:p>
            <a:pPr marL="0" indent="0">
              <a:buNone/>
            </a:pPr>
            <a:r>
              <a:rPr lang="en-US" sz="2800" dirty="0">
                <a:latin typeface="Times New Roman" panose="02020603050405020304" pitchFamily="18" charset="0"/>
                <a:cs typeface="Times New Roman" panose="02020603050405020304" pitchFamily="18" charset="0"/>
              </a:rPr>
              <a:t>This line corresponds to the beginning of the definition of the main function. The main function is the point by where all C++ programs start their execution, independently of its location within the source code. It does not matter whether there are other functions with other names defined before or after it - the instructions contained within this function's definition will always be the first ones to be executed in any C++ program. For that same reason, it is essential that all C++ programs have a main function. </a:t>
            </a:r>
          </a:p>
          <a:p>
            <a:endParaRPr lang="en-US" sz="2800" dirty="0"/>
          </a:p>
        </p:txBody>
      </p:sp>
    </p:spTree>
    <p:extLst>
      <p:ext uri="{BB962C8B-B14F-4D97-AF65-F5344CB8AC3E}">
        <p14:creationId xmlns:p14="http://schemas.microsoft.com/office/powerpoint/2010/main" val="329073637"/>
      </p:ext>
    </p:extLst>
  </p:cSld>
  <p:clrMapOvr>
    <a:masterClrMapping/>
  </p:clrMapOvr>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892300" y="811214"/>
            <a:ext cx="8229600" cy="636587"/>
          </a:xfrm>
        </p:spPr>
        <p:txBody>
          <a:bodyPr/>
          <a:lstStyle/>
          <a:p>
            <a:r>
              <a:rPr lang="en-US" b="1" dirty="0"/>
              <a:t>Structure of a program</a:t>
            </a:r>
            <a:endParaRPr lang="en-US" dirty="0"/>
          </a:p>
        </p:txBody>
      </p:sp>
      <p:sp>
        <p:nvSpPr>
          <p:cNvPr id="3" name="Content Placeholder 2"/>
          <p:cNvSpPr>
            <a:spLocks noGrp="1"/>
          </p:cNvSpPr>
          <p:nvPr>
            <p:ph idx="1"/>
          </p:nvPr>
        </p:nvSpPr>
        <p:spPr>
          <a:xfrm>
            <a:off x="330200" y="1778000"/>
            <a:ext cx="11353800" cy="4394200"/>
          </a:xfrm>
        </p:spPr>
        <p:txBody>
          <a:bodyPr/>
          <a:lstStyle/>
          <a:p>
            <a:pPr eaLnBrk="1" hangingPunct="1"/>
            <a:r>
              <a:rPr lang="en-US" dirty="0"/>
              <a:t>The word main is followed in the code by a pair of parentheses (()). That is because it is a function declaration: In C++, what differentiates a function declaration from other types of expressions are these parentheses that follow its name. Optionally, these parentheses may enclose a list of parameters within them. </a:t>
            </a:r>
          </a:p>
          <a:p>
            <a:pPr eaLnBrk="1" hangingPunct="1"/>
            <a:r>
              <a:rPr lang="en-US" dirty="0"/>
              <a:t>Right after these parentheses we can find the body of the main function enclosed in braces ({}). What is contained within these braces is what the function does when it is executed.</a:t>
            </a:r>
          </a:p>
        </p:txBody>
      </p:sp>
    </p:spTree>
    <p:extLst>
      <p:ext uri="{BB962C8B-B14F-4D97-AF65-F5344CB8AC3E}">
        <p14:creationId xmlns:p14="http://schemas.microsoft.com/office/powerpoint/2010/main" val="2691978683"/>
      </p:ext>
    </p:extLst>
  </p:cSld>
  <p:clrMapOvr>
    <a:masterClrMapping/>
  </p:clrMapOvr>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962400" y="760414"/>
            <a:ext cx="8229600" cy="484187"/>
          </a:xfrm>
        </p:spPr>
        <p:txBody>
          <a:bodyPr/>
          <a:lstStyle/>
          <a:p>
            <a:r>
              <a:rPr lang="en-US" sz="2800" b="1" dirty="0"/>
              <a:t>Structure of a program</a:t>
            </a:r>
            <a:endParaRPr lang="en-US" sz="2800" dirty="0"/>
          </a:p>
        </p:txBody>
      </p:sp>
      <p:sp>
        <p:nvSpPr>
          <p:cNvPr id="3" name="Content Placeholder 2"/>
          <p:cNvSpPr>
            <a:spLocks noGrp="1"/>
          </p:cNvSpPr>
          <p:nvPr>
            <p:ph idx="1"/>
          </p:nvPr>
        </p:nvSpPr>
        <p:spPr>
          <a:xfrm>
            <a:off x="355600" y="2895600"/>
            <a:ext cx="11430000" cy="3632200"/>
          </a:xfrm>
        </p:spPr>
        <p:txBody>
          <a:bodyPr/>
          <a:lstStyle/>
          <a:p>
            <a:pPr marL="0" indent="0" eaLnBrk="1" hangingPunct="1">
              <a:buNone/>
            </a:pPr>
            <a:r>
              <a:rPr lang="en-US" b="1" dirty="0">
                <a:solidFill>
                  <a:srgbClr val="002060"/>
                </a:solidFill>
              </a:rPr>
              <a:t>Cout &lt;&lt; “Hello World”;</a:t>
            </a:r>
          </a:p>
          <a:p>
            <a:pPr lvl="1" eaLnBrk="1" hangingPunct="1"/>
            <a:r>
              <a:rPr lang="en-US" sz="3000" dirty="0"/>
              <a:t>This line is a C++ statement. A statement is a simple or compound expression that can actually produce some effect. In fact, this statement performs the only action that generates a visible effect in our first program. cout represents the standard output stream in C++, and the meaning of the entire statement is to insert a sequence of characters (in this case the Hello World sequence of characters) into the standard output stream (which usually is the screen). </a:t>
            </a:r>
          </a:p>
          <a:p>
            <a:pPr marL="344487" lvl="1" indent="0" eaLnBrk="1" hangingPunct="1">
              <a:buNone/>
            </a:pPr>
            <a:br>
              <a:rPr lang="en-US" sz="3000" dirty="0"/>
            </a:br>
            <a:endParaRPr lang="en-US" sz="3000" dirty="0"/>
          </a:p>
          <a:p>
            <a:pPr eaLnBrk="1" hangingPunct="1"/>
            <a:endParaRPr lang="en-US" dirty="0"/>
          </a:p>
          <a:p>
            <a:endParaRPr lang="en-US" dirty="0"/>
          </a:p>
        </p:txBody>
      </p:sp>
    </p:spTree>
    <p:extLst>
      <p:ext uri="{BB962C8B-B14F-4D97-AF65-F5344CB8AC3E}">
        <p14:creationId xmlns:p14="http://schemas.microsoft.com/office/powerpoint/2010/main" val="1187138936"/>
      </p:ext>
    </p:extLst>
  </p:cSld>
  <p:clrMapOvr>
    <a:masterClrMapping/>
  </p:clrMapOvr>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50219" y="991195"/>
            <a:ext cx="8691563" cy="648919"/>
          </a:xfrm>
        </p:spPr>
        <p:txBody>
          <a:bodyPr/>
          <a:lstStyle/>
          <a:p>
            <a:r>
              <a:rPr lang="en-US" b="1" dirty="0"/>
              <a:t>Structure of a program</a:t>
            </a:r>
            <a:endParaRPr lang="en-US" dirty="0"/>
          </a:p>
        </p:txBody>
      </p:sp>
      <p:sp>
        <p:nvSpPr>
          <p:cNvPr id="3" name="Content Placeholder 2"/>
          <p:cNvSpPr>
            <a:spLocks noGrp="1"/>
          </p:cNvSpPr>
          <p:nvPr>
            <p:ph idx="1"/>
          </p:nvPr>
        </p:nvSpPr>
        <p:spPr>
          <a:xfrm>
            <a:off x="203200" y="1640114"/>
            <a:ext cx="11567886" cy="4876799"/>
          </a:xfrm>
        </p:spPr>
        <p:txBody>
          <a:bodyPr/>
          <a:lstStyle/>
          <a:p>
            <a:pPr lvl="1" eaLnBrk="1" hangingPunct="1"/>
            <a:r>
              <a:rPr lang="en-US" b="1" i="1" dirty="0"/>
              <a:t>cout</a:t>
            </a:r>
            <a:r>
              <a:rPr lang="en-US" dirty="0"/>
              <a:t> is declared in the iostream standard file within the std namespace, so that's why we needed to include that specific file and to declare that we were going to use this specific namespace earlier in our code. </a:t>
            </a:r>
          </a:p>
          <a:p>
            <a:pPr lvl="1" eaLnBrk="1" hangingPunct="1"/>
            <a:r>
              <a:rPr lang="en-US" dirty="0"/>
              <a:t>Notice that the statement ends with a semicolon character (;). This character is used to mark the end of the statement and in fact it must be included at the end of all expression statements in all C++ programs (one of the most common syntax errors is indeed to forget to include some semicolon after a statement).</a:t>
            </a:r>
          </a:p>
        </p:txBody>
      </p:sp>
    </p:spTree>
    <p:extLst>
      <p:ext uri="{BB962C8B-B14F-4D97-AF65-F5344CB8AC3E}">
        <p14:creationId xmlns:p14="http://schemas.microsoft.com/office/powerpoint/2010/main" val="2704037455"/>
      </p:ext>
    </p:extLst>
  </p:cSld>
  <p:clrMapOvr>
    <a:masterClrMapping/>
  </p:clrMapOvr>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43100" y="906691"/>
            <a:ext cx="8305800" cy="907596"/>
          </a:xfrm>
        </p:spPr>
        <p:txBody>
          <a:bodyPr/>
          <a:lstStyle/>
          <a:p>
            <a:r>
              <a:rPr lang="en-US" b="1" dirty="0"/>
              <a:t>Structure of a program</a:t>
            </a:r>
            <a:endParaRPr lang="en-US" dirty="0"/>
          </a:p>
        </p:txBody>
      </p:sp>
      <p:sp>
        <p:nvSpPr>
          <p:cNvPr id="3" name="Content Placeholder 2"/>
          <p:cNvSpPr>
            <a:spLocks noGrp="1"/>
          </p:cNvSpPr>
          <p:nvPr>
            <p:ph idx="1"/>
          </p:nvPr>
        </p:nvSpPr>
        <p:spPr>
          <a:xfrm>
            <a:off x="362857" y="1959429"/>
            <a:ext cx="11466286" cy="4542971"/>
          </a:xfrm>
        </p:spPr>
        <p:txBody>
          <a:bodyPr/>
          <a:lstStyle/>
          <a:p>
            <a:pPr marL="0" indent="0" eaLnBrk="1" hangingPunct="1">
              <a:buNone/>
            </a:pPr>
            <a:r>
              <a:rPr lang="en-US" b="1" dirty="0">
                <a:solidFill>
                  <a:srgbClr val="002060"/>
                </a:solidFill>
              </a:rPr>
              <a:t>return 0; </a:t>
            </a:r>
          </a:p>
          <a:p>
            <a:pPr lvl="1" eaLnBrk="1" hangingPunct="1"/>
            <a:r>
              <a:rPr lang="en-US" dirty="0"/>
              <a:t>The return statement causes the main function to finish. return may be followed by a return code (in our example is followed by the return code 0). A return code of 0 for the main function is generally interpreted as the program worked as expected without any errors during its execution. This is the most usual way to end a C++ console program.</a:t>
            </a:r>
            <a:br>
              <a:rPr lang="en-US" dirty="0"/>
            </a:br>
            <a:endParaRPr lang="en-US" dirty="0"/>
          </a:p>
          <a:p>
            <a:endParaRPr lang="en-US" dirty="0"/>
          </a:p>
        </p:txBody>
      </p:sp>
    </p:spTree>
    <p:extLst>
      <p:ext uri="{BB962C8B-B14F-4D97-AF65-F5344CB8AC3E}">
        <p14:creationId xmlns:p14="http://schemas.microsoft.com/office/powerpoint/2010/main" val="985103037"/>
      </p:ext>
    </p:extLst>
  </p:cSld>
  <p:clrMapOvr>
    <a:masterClrMapping/>
  </p:clrMapOvr>
  <p:transition/>
</p:sld>
</file>

<file path=ppt/theme/theme1.xml><?xml version="1.0" encoding="utf-8"?>
<a:theme xmlns:a="http://schemas.openxmlformats.org/drawingml/2006/main" name="Title &amp; Bullets">
  <a:themeElements>
    <a:clrScheme name="">
      <a:dk1>
        <a:srgbClr val="000000"/>
      </a:dk1>
      <a:lt1>
        <a:srgbClr val="FFFFFF"/>
      </a:lt1>
      <a:dk2>
        <a:srgbClr val="000000"/>
      </a:dk2>
      <a:lt2>
        <a:srgbClr val="000000"/>
      </a:lt2>
      <a:accent1>
        <a:srgbClr val="66FFCC"/>
      </a:accent1>
      <a:accent2>
        <a:srgbClr val="333399"/>
      </a:accent2>
      <a:accent3>
        <a:srgbClr val="FFFFFF"/>
      </a:accent3>
      <a:accent4>
        <a:srgbClr val="000000"/>
      </a:accent4>
      <a:accent5>
        <a:srgbClr val="B8FFE2"/>
      </a:accent5>
      <a:accent6>
        <a:srgbClr val="2D2D8A"/>
      </a:accent6>
      <a:hlink>
        <a:srgbClr val="009999"/>
      </a:hlink>
      <a:folHlink>
        <a:srgbClr val="99CC00"/>
      </a:folHlink>
    </a:clrScheme>
    <a:fontScheme name="Title &amp; Bullets">
      <a:majorFont>
        <a:latin typeface="Stone Sans ITC TT-Semi"/>
        <a:ea typeface="ヒラギノ角ゴ ProN W6"/>
        <a:cs typeface="ヒラギノ角ゴ ProN W6"/>
      </a:majorFont>
      <a:minorFont>
        <a:latin typeface="Bradley Hand ITC TT-Bold"/>
        <a:ea typeface="ヒラギノ明朝 ProN W6"/>
        <a:cs typeface="ヒラギノ明朝 ProN W6"/>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rgbClr val="D7E2EE"/>
        </a:solidFill>
        <a:ln w="25400" cap="flat" cmpd="sng" algn="ctr">
          <a:solidFill>
            <a:srgbClr val="000000"/>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Tx/>
          <a:buNone/>
          <a:tabLst/>
          <a:defRPr kumimoji="0" lang="en-US" sz="4200" b="0" i="0" u="none" strike="noStrike" cap="none" normalizeH="0" baseline="0">
            <a:ln>
              <a:noFill/>
            </a:ln>
            <a:solidFill>
              <a:srgbClr val="000000"/>
            </a:solidFill>
            <a:effectLst/>
            <a:latin typeface="Bradley Hand ITC TT-Bold" charset="0"/>
            <a:ea typeface="ヒラギノ明朝 ProN W6" charset="-128"/>
            <a:cs typeface="ヒラギノ明朝 ProN W6" charset="-128"/>
            <a:sym typeface="Bradley Hand ITC TT-Bold" charset="0"/>
          </a:defRPr>
        </a:defPPr>
      </a:lstStyle>
    </a:spDef>
    <a:lnDef>
      <a:spPr bwMode="auto">
        <a:xfrm>
          <a:off x="0" y="0"/>
          <a:ext cx="1" cy="1"/>
        </a:xfrm>
        <a:custGeom>
          <a:avLst/>
          <a:gdLst/>
          <a:ahLst/>
          <a:cxnLst/>
          <a:rect l="0" t="0" r="0" b="0"/>
          <a:pathLst/>
        </a:custGeom>
        <a:solidFill>
          <a:srgbClr val="D7E2EE"/>
        </a:solidFill>
        <a:ln w="25400" cap="flat" cmpd="sng" algn="ctr">
          <a:solidFill>
            <a:srgbClr val="000000"/>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Tx/>
          <a:buNone/>
          <a:tabLst/>
          <a:defRPr kumimoji="0" lang="en-US" sz="4200" b="0" i="0" u="none" strike="noStrike" cap="none" normalizeH="0" baseline="0">
            <a:ln>
              <a:noFill/>
            </a:ln>
            <a:solidFill>
              <a:srgbClr val="000000"/>
            </a:solidFill>
            <a:effectLst/>
            <a:latin typeface="Bradley Hand ITC TT-Bold" charset="0"/>
            <a:ea typeface="ヒラギノ明朝 ProN W6" charset="-128"/>
            <a:cs typeface="ヒラギノ明朝 ProN W6" charset="-128"/>
            <a:sym typeface="Bradley Hand ITC TT-Bold" charset="0"/>
          </a:defRPr>
        </a:defPPr>
      </a:lstStyle>
    </a:lnDef>
  </a:objectDefaults>
  <a:extraClrSchemeLst>
    <a:extraClrScheme>
      <a:clrScheme name="Title &amp; Bullets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Lst>
</a:theme>
</file>

<file path=docProps/app.xml><?xml version="1.0" encoding="utf-8"?>
<Properties xmlns="http://schemas.openxmlformats.org/officeDocument/2006/extended-properties" xmlns:vt="http://schemas.openxmlformats.org/officeDocument/2006/docPropsVTypes">
  <TotalTime>12946</TotalTime>
  <Words>1813</Words>
  <Application>Microsoft Office PowerPoint</Application>
  <PresentationFormat>Widescreen</PresentationFormat>
  <Paragraphs>108</Paragraphs>
  <Slides>24</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24</vt:i4>
      </vt:variant>
    </vt:vector>
  </HeadingPairs>
  <TitlesOfParts>
    <vt:vector size="30" baseType="lpstr">
      <vt:lpstr>Bradley Hand ITC TT-Bold</vt:lpstr>
      <vt:lpstr>Calibri</vt:lpstr>
      <vt:lpstr>Stone Sans ITC TT-Semi</vt:lpstr>
      <vt:lpstr>Times New Roman</vt:lpstr>
      <vt:lpstr>Wingdings</vt:lpstr>
      <vt:lpstr>Title &amp; Bullets</vt:lpstr>
      <vt:lpstr>PowerPoint Presentation</vt:lpstr>
      <vt:lpstr>Object-Oriented Programming (OOP)</vt:lpstr>
      <vt:lpstr>OOP cont..</vt:lpstr>
      <vt:lpstr>PowerPoint Presentation</vt:lpstr>
      <vt:lpstr>PowerPoint Presentation</vt:lpstr>
      <vt:lpstr>C++ Programming Language </vt:lpstr>
      <vt:lpstr>What is C++?</vt:lpstr>
      <vt:lpstr>PowerPoint Presentation</vt:lpstr>
      <vt:lpstr>C++ Standard Libraries</vt:lpstr>
      <vt:lpstr>Learning C++</vt:lpstr>
      <vt:lpstr>Use of C++</vt:lpstr>
      <vt:lpstr>C++ Basic Syntax</vt:lpstr>
      <vt:lpstr>PowerPoint Presentation</vt:lpstr>
      <vt:lpstr>Structure of a program</vt:lpstr>
      <vt:lpstr>Structure of a program</vt:lpstr>
      <vt:lpstr>Comments</vt:lpstr>
      <vt:lpstr>Comments cont…</vt:lpstr>
      <vt:lpstr>Structure of a program</vt:lpstr>
      <vt:lpstr>Structure of a program</vt:lpstr>
      <vt:lpstr>Structure of a program</vt:lpstr>
      <vt:lpstr>Structure of a program</vt:lpstr>
      <vt:lpstr>Structure of a program</vt:lpstr>
      <vt:lpstr>Structure of a program</vt:lpstr>
      <vt:lpstr>Structure of a program</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ORDINARY DIPLOMA IN LABORATOTY TECHNOLOGY NTA 6 COT 103: COMPUTER PROGRAMMING No. of Credit: 09</dc:title>
  <dc:creator>HP</dc:creator>
  <cp:lastModifiedBy>SIKORO</cp:lastModifiedBy>
  <cp:revision>40</cp:revision>
  <dcterms:created xsi:type="dcterms:W3CDTF">2017-03-13T08:06:37Z</dcterms:created>
  <dcterms:modified xsi:type="dcterms:W3CDTF">2024-11-04T09:10:35Z</dcterms:modified>
</cp:coreProperties>
</file>